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164f1596ad4458" /><Relationship Type="http://schemas.openxmlformats.org/officeDocument/2006/relationships/extended-properties" Target="/docProps/app.xml" Id="Rbb7da0eab251499e" /><Relationship Type="http://schemas.openxmlformats.org/officeDocument/2006/relationships/officeDocument" Target="/ppt/presentation.xml" Id="R58a5865b9b3149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15ffd096604378"/>
  </p:sldMasterIdLst>
  <p:notesMasterIdLst>
    <p:notesMasterId xmlns:r="http://schemas.openxmlformats.org/officeDocument/2006/relationships" r:id="R254bffb1c0ea4287"/>
  </p:notesMasterIdLst>
  <p:sldIdLst>
    <p:sldId xmlns:r="http://schemas.openxmlformats.org/officeDocument/2006/relationships" id="256" r:id="Raf375a5e93eb48bd"/>
    <p:sldId xmlns:r="http://schemas.openxmlformats.org/officeDocument/2006/relationships" id="257" r:id="R6ba6505bfb1647e4"/>
  </p:sldIdLst>
  <p:sldSz cx="6858000" cy="121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4a8793b8224464" /><Relationship Type="http://schemas.openxmlformats.org/officeDocument/2006/relationships/slideMaster" Target="/ppt/slideMasters/slideMaster1.xml" Id="R4815ffd096604378" /><Relationship Type="http://schemas.openxmlformats.org/officeDocument/2006/relationships/notesMaster" Target="/ppt/notesMasters/notesMaster1.xml" Id="R254bffb1c0ea4287" /><Relationship Type="http://schemas.openxmlformats.org/officeDocument/2006/relationships/presProps" Target="/ppt/presProps.xml" Id="R97f2abfd67c14c98" /><Relationship Type="http://schemas.openxmlformats.org/officeDocument/2006/relationships/tableStyles" Target="/ppt/tableStyles.xml" Id="Rb179603d382642d6" /><Relationship Type="http://schemas.openxmlformats.org/officeDocument/2006/relationships/slide" Target="/ppt/slides/slide1.xml" Id="Raf375a5e93eb48bd" /><Relationship Type="http://schemas.openxmlformats.org/officeDocument/2006/relationships/slide" Target="/ppt/slides/slide2.xml" Id="R6ba6505bfb1647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a605ecbcdf45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df184ceac24eac" /><Relationship Type="http://schemas.openxmlformats.org/officeDocument/2006/relationships/notesMaster" Target="/ppt/notesMasters/notesMaster1.xml" Id="Rec4af8d3f4c64d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a922eebf2d406b" /><Relationship Type="http://schemas.openxmlformats.org/officeDocument/2006/relationships/notesMaster" Target="/ppt/notesMasters/notesMaster1.xml" Id="R1ae5f6060ff947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234ae727e49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10df4685d49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eeb7c621d6431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b464c5308947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eaf517488a43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4b765d37b45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E214E9-B106-4274-8394-89B5A960E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605867"/>
            <a:ext cx="5486400" cy="1761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FE1869D-94D0-4784-A462-7D51EB7B0B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28700" y="6705600"/>
            <a:ext cx="4800600" cy="1354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0C4503A-2A1C-4E3C-B6C3-B1156D1A5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080000"/>
            <a:ext cx="54864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8AAE9C-FB31-427F-A97B-CF0406C72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5763" y="948267"/>
            <a:ext cx="6086475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6504A2-D586-40CC-8B89-31521B3A5F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5763" y="3386667"/>
            <a:ext cx="6086475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5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00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714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429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143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9858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572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287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001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C977D3-3C81-4D8B-9018-7323F6DBEC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5763" y="948267"/>
            <a:ext cx="6086475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37BA1E-AD81-4B3B-B49B-BD2E400632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5763" y="3386667"/>
            <a:ext cx="2828925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5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00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714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429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143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9858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572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287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001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20BEDF-FA7D-4666-999E-CAC675CF36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643313" y="3386667"/>
            <a:ext cx="2828925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5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00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714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429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143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9858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572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287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001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4CBCE7-C1C5-4E29-B59A-DDF8F23E1D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5763" y="948267"/>
            <a:ext cx="6086475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94CCA3-0E6F-45C6-99DB-81B99A925F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5763" y="3386667"/>
            <a:ext cx="2828925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5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00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714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429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143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9858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572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287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001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23331c7ee544b7" /><Relationship Type="http://schemas.openxmlformats.org/officeDocument/2006/relationships/slideLayout" Target="/ppt/slideLayouts/slideLayout1.xml" Id="R7f586e4959b94a83" /><Relationship Type="http://schemas.openxmlformats.org/officeDocument/2006/relationships/slideLayout" Target="/ppt/slideLayouts/slideLayout2.xml" Id="Ra05ed696fc4b4c43" /><Relationship Type="http://schemas.openxmlformats.org/officeDocument/2006/relationships/slideLayout" Target="/ppt/slideLayouts/slideLayout3.xml" Id="R97377e99897b4826" /><Relationship Type="http://schemas.openxmlformats.org/officeDocument/2006/relationships/slideLayout" Target="/ppt/slideLayouts/slideLayout4.xml" Id="Rad63e79994c74bce" /><Relationship Type="http://schemas.openxmlformats.org/officeDocument/2006/relationships/slideLayout" Target="/ppt/slideLayouts/slideLayout5.xml" Id="Ra66db820f4654760" /><Relationship Type="http://schemas.openxmlformats.org/officeDocument/2006/relationships/slideLayout" Target="/ppt/slideLayouts/slideLayout6.xml" Id="R4d620cf7003b46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586e4959b94a83"/>
    <p:sldLayoutId xmlns:r="http://schemas.openxmlformats.org/officeDocument/2006/relationships" id="2147483650" r:id="Ra05ed696fc4b4c43"/>
    <p:sldLayoutId xmlns:r="http://schemas.openxmlformats.org/officeDocument/2006/relationships" id="2147483651" r:id="R97377e99897b4826"/>
    <p:sldLayoutId xmlns:r="http://schemas.openxmlformats.org/officeDocument/2006/relationships" id="2147483652" r:id="Rad63e79994c74bce"/>
    <p:sldLayoutId xmlns:r="http://schemas.openxmlformats.org/officeDocument/2006/relationships" id="2147483653" r:id="Ra66db820f4654760"/>
    <p:sldLayoutId xmlns:r="http://schemas.openxmlformats.org/officeDocument/2006/relationships" id="2147483654" r:id="R4d620cf7003b46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d998a9cb424d87" /><Relationship Type="http://schemas.openxmlformats.org/officeDocument/2006/relationships/notesSlide" Target="/ppt/notesSlides/notesSlide1.xml" Id="R3a089b24e4c940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8e962e8f7041ed" /><Relationship Type="http://schemas.openxmlformats.org/officeDocument/2006/relationships/notesSlide" Target="/ppt/notesSlides/notesSlide2.xml" Id="R95164b0e391e42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1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49B511-431A-4A24-B2A8-6C0ECF50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6096000" cy="1169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9525">
            <a:solidFill>
              <a:srgbClr val="D64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2E09C-703E-416F-8E08-17FDC6F3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5257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pPr>
            <a:r>
              <a: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rPr>
              <a:t>My OPIC Trainer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A52D2-C566-4024-BA40-DD0887E1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232D"/>
            </a:solidFill>
            <a:prstDash val="dot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C4D87-6CF9-4682-8B1A-D178F3E0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defPPr>
            <a:lvl1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1pPr>
            <a:lvl2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2pPr>
            <a:lvl3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3pPr>
            <a:lvl4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4pPr>
            <a:lvl5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5pPr>
            <a:lvl6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6pPr>
            <a:lvl7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7pPr>
            <a:lvl8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8pPr>
            <a:lvl9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pPr>
            <a:r>
              <a:rPr sz="1875" b="1">
                <a:solidFill>
                  <a:srgbClr val="170E12"/>
                </a:solidFill>
                <a:latin typeface="Gulim"/>
                <a:ea typeface="Gulim"/>
                <a:cs typeface="Gulim"/>
              </a:rPr>
              <a:t>듣기 연습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0FA0F-3F2B-47A7-9B00-1E55AD29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232D"/>
            </a:solidFill>
            <a:prstDash val="dot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39E49-460C-4516-9371-BC21581B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487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defPPr>
            <a:lvl1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1pPr>
            <a:lvl2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2pPr>
            <a:lvl3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3pPr>
            <a:lvl4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4pPr>
            <a:lvl5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5pPr>
            <a:lvl6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6pPr>
            <a:lvl7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7pPr>
            <a:lvl8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8pPr>
            <a:lvl9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pPr>
            <a:r>
              <a:rPr sz="2325" b="1">
                <a:solidFill>
                  <a:srgbClr val="170E12"/>
                </a:solidFill>
                <a:latin typeface="Gulim"/>
                <a:ea typeface="Gulim"/>
                <a:cs typeface="Gulim"/>
              </a:rPr>
              <a:t>질문을 먼저 들어보세요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8BD02-5442-4117-BC83-B268C91F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487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defPPr>
            <a:lvl1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1pPr>
            <a:lvl2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2pPr>
            <a:lvl3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3pPr>
            <a:lvl4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4pPr>
            <a:lvl5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5pPr>
            <a:lvl6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6pPr>
            <a:lvl7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7pPr>
            <a:lvl8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8pPr>
            <a:lvl9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pPr>
            <a:r>
              <a:rPr sz="1575" b="0">
                <a:solidFill>
                  <a:srgbClr val="391722"/>
                </a:solidFill>
                <a:latin typeface="Gulim"/>
                <a:ea typeface="Gulim"/>
                <a:cs typeface="Gulim"/>
              </a:rPr>
              <a:t>주제 표시 없이 영어 질문에 집중합니다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07D79-CB93-4481-9E14-8F6000D1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4876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1722"/>
          </a:solidFill>
          <a:ln xmlns:a="http://schemas.openxmlformats.org/drawingml/2006/main" w="28575">
            <a:solidFill>
              <a:srgbClr val="3917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98DA9-DB4E-42C0-A424-1B21FD23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457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defPPr>
            <a:lvl1pPr algn="ctr">
              <a:defRPr sz="25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1pPr>
            <a:lvl2pPr algn="ctr">
              <a:defRPr sz="25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2pPr>
            <a:lvl3pPr algn="ctr">
              <a:defRPr sz="25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3pPr>
            <a:lvl4pPr algn="ctr">
              <a:defRPr sz="25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4pPr>
            <a:lvl5pPr algn="ctr">
              <a:defRPr sz="25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5pPr>
            <a:lvl6pPr algn="ctr">
              <a:defRPr sz="25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6pPr>
            <a:lvl7pPr algn="ctr">
              <a:defRPr sz="25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7pPr>
            <a:lvl8pPr algn="ctr">
              <a:defRPr sz="25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8pPr>
            <a:lvl9pPr algn="ctr">
              <a:defRPr sz="25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pPr>
            <a:r>
              <a:rPr sz="2550" b="1">
                <a:solidFill>
                  <a:srgbClr val="FFF5F7"/>
                </a:solidFill>
                <a:latin typeface="Gulim"/>
                <a:ea typeface="Gulim"/>
                <a:cs typeface="Gulim"/>
              </a:rPr>
              <a:t>▶  질문 듣기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902C0-5CAC-4733-B3DD-CEFCDB75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43600"/>
            <a:ext cx="4876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28575">
            <a:solidFill>
              <a:srgbClr val="170E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9EEB0-7FA9-4174-BA35-BA7E47C6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72175"/>
            <a:ext cx="457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defPPr>
            <a:lvl1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1pPr>
            <a:lvl2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2pPr>
            <a:lvl3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3pPr>
            <a:lvl4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4pPr>
            <a:lvl5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5pPr>
            <a:lvl6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6pPr>
            <a:lvl7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7pPr>
            <a:lvl8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8pPr>
            <a:lvl9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pPr>
            <a:r>
              <a:rPr sz="2325" b="1">
                <a:solidFill>
                  <a:srgbClr val="170E12"/>
                </a:solidFill>
                <a:latin typeface="Gulim"/>
                <a:ea typeface="Gulim"/>
                <a:cs typeface="Gulim"/>
              </a:rPr>
              <a:t>문장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34E9B-0C52-4997-B895-A078C81B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39140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232D"/>
            </a:solidFill>
            <a:prstDash val="dot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0C090-B838-41EC-9B6A-A06D0F88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791450"/>
            <a:ext cx="464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defPPr>
            <a:lvl1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1pPr>
            <a:lvl2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2pPr>
            <a:lvl3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3pPr>
            <a:lvl4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4pPr>
            <a:lvl5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5pPr>
            <a:lvl6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6pPr>
            <a:lvl7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7pPr>
            <a:lvl8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8pPr>
            <a:lvl9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pPr>
            <a:r>
              <a:rPr sz="1800" b="1">
                <a:solidFill>
                  <a:srgbClr val="170E12"/>
                </a:solidFill>
                <a:latin typeface="Gulim"/>
                <a:ea typeface="Gulim"/>
                <a:cs typeface="Gulim"/>
              </a:rPr>
              <a:t>말하기 타이머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926FE-D51E-48A9-BD76-5A6DA416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439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2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52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52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52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52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52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52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52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52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52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52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pPr>
            <a:r>
              <a:rPr sz="5250" b="1">
                <a:solidFill>
                  <a:srgbClr val="170E12"/>
                </a:solidFill>
                <a:latin typeface="Courier New"/>
                <a:ea typeface="Courier New"/>
                <a:cs typeface="Courier New"/>
              </a:rPr>
              <a:t>02:00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375F0-BFD5-402C-A3AF-B82B0A5B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0120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232D"/>
            </a:solidFill>
            <a:prstDash val="dot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DDDC1-1958-4593-BA4C-3719823A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9060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defPPr>
            <a:lvl1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1pPr>
            <a:lvl2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2pPr>
            <a:lvl3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3pPr>
            <a:lvl4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4pPr>
            <a:lvl5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5pPr>
            <a:lvl6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6pPr>
            <a:lvl7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7pPr>
            <a:lvl8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8pPr>
            <a:lvl9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391722"/>
                </a:solidFill>
                <a:latin typeface="Gulim"/>
                <a:ea typeface="Gulim"/>
                <a:cs typeface="Gulim"/>
              </a:defRPr>
            </a:pPr>
            <a:r>
              <a:rPr sz="1575" b="0">
                <a:solidFill>
                  <a:srgbClr val="391722"/>
                </a:solidFill>
                <a:latin typeface="Gulim"/>
                <a:ea typeface="Gulim"/>
                <a:cs typeface="Gulim"/>
              </a:rPr>
              <a:t>질문을 들은 뒤 문장을 확인하고 연습하세요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CC6A1-DE7E-4F01-9C5B-E4385FF5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9918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232D"/>
            </a:solidFill>
            <a:prstDash val="dot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C3DD3-99A2-4FF3-9ED1-A05ABC8C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14425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rPr>
              <a:t>01  /  LISTEN</a:t>
            </a:r>
          </a:p>
        </p:txBody>
      </p:sp>
    </p:spTree>
    <p:extLst>
      <p:ext uri="{BB962C8B-B14F-4D97-AF65-F5344CB8AC3E}">
        <p14:creationId xmlns:p14="http://schemas.microsoft.com/office/powerpoint/2010/main" val="4318311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1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2024B6-91E1-443D-B445-1D1C3081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6096000" cy="1169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9525">
            <a:solidFill>
              <a:srgbClr val="D64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1855B-1DFF-41D2-B521-17914611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5257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pPr>
            <a:r>
              <a:rPr sz="3225" b="1">
                <a:solidFill>
                  <a:srgbClr val="170E12"/>
                </a:solidFill>
                <a:latin typeface="Courier New"/>
                <a:ea typeface="Courier New"/>
                <a:cs typeface="Courier New"/>
              </a:rPr>
              <a:t>My OPIC Trainer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F89A3-B7F8-45EA-A0B8-D601562E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232D"/>
            </a:solidFill>
            <a:prstDash val="dot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92F9C-AB1D-431E-B45E-BFC571DA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defPPr>
            <a:lvl1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1pPr>
            <a:lvl2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2pPr>
            <a:lvl3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3pPr>
            <a:lvl4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4pPr>
            <a:lvl5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5pPr>
            <a:lvl6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6pPr>
            <a:lvl7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7pPr>
            <a:lvl8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8pPr>
            <a:lvl9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pPr>
            <a:r>
              <a:rPr sz="1875" b="1">
                <a:solidFill>
                  <a:srgbClr val="170E12"/>
                </a:solidFill>
                <a:latin typeface="Gulim"/>
                <a:ea typeface="Gulim"/>
                <a:cs typeface="Gulim"/>
              </a:rPr>
              <a:t>문장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F7696-B480-4B60-B083-1A5FA236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232D"/>
            </a:solidFill>
            <a:prstDash val="dot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6D478-9904-487D-BA07-277FAA32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>
                <a:solidFill>
                  <a:srgbClr val="391722"/>
                </a:solidFill>
                <a:latin typeface="Courier New"/>
                <a:ea typeface="Courier New"/>
                <a:cs typeface="Courier New"/>
              </a:rPr>
              <a:t>ENGLISH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5591A-855C-4058-99D8-112B88AF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48768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21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21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21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21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21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21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21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21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21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0E12"/>
                </a:solidFill>
                <a:latin typeface="Courier New"/>
                <a:ea typeface="Courier New"/>
                <a:cs typeface="Courier New"/>
              </a:rPr>
              <a:t>Describe a café you like.</a:t>
            </a:r>
          </a:p>
          <a:p xmlns:a="http://schemas.openxmlformats.org/drawingml/2006/main">
            <a:pPr algn="ctr">
              <a:defRPr sz="21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0E12"/>
                </a:solidFill>
                <a:latin typeface="Courier New"/>
                <a:ea typeface="Courier New"/>
                <a:cs typeface="Courier New"/>
              </a:rPr>
              <a:t>What does it look like, and</a:t>
            </a:r>
          </a:p>
          <a:p xmlns:a="http://schemas.openxmlformats.org/drawingml/2006/main">
            <a:pPr algn="ctr">
              <a:defRPr sz="21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0E12"/>
                </a:solidFill>
                <a:latin typeface="Courier New"/>
                <a:ea typeface="Courier New"/>
                <a:cs typeface="Courier New"/>
              </a:rPr>
              <a:t>what do you enjoy about</a:t>
            </a:r>
          </a:p>
          <a:p xmlns:a="http://schemas.openxmlformats.org/drawingml/2006/main">
            <a:pPr algn="ctr">
              <a:defRPr sz="210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0E12"/>
                </a:solidFill>
                <a:latin typeface="Courier New"/>
                <a:ea typeface="Courier New"/>
                <a:cs typeface="Courier New"/>
              </a:rPr>
              <a:t>its atmosphere?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258BD-C934-4915-A42D-46BB976D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70560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232D"/>
            </a:solidFill>
            <a:prstDash val="dot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7BD4F-CFA1-47C1-BD1D-9984BA6E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24700"/>
            <a:ext cx="4876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1722"/>
          </a:solidFill>
          <a:ln xmlns:a="http://schemas.openxmlformats.org/drawingml/2006/main" w="28575">
            <a:solidFill>
              <a:srgbClr val="39172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BB113-4F04-41EE-AEF6-61D3A6E4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153275"/>
            <a:ext cx="457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defPPr>
            <a:lvl1pPr algn="ctr">
              <a:defRPr sz="22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1pPr>
            <a:lvl2pPr algn="ctr">
              <a:defRPr sz="22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2pPr>
            <a:lvl3pPr algn="ctr">
              <a:defRPr sz="22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3pPr>
            <a:lvl4pPr algn="ctr">
              <a:defRPr sz="22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4pPr>
            <a:lvl5pPr algn="ctr">
              <a:defRPr sz="22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5pPr>
            <a:lvl6pPr algn="ctr">
              <a:defRPr sz="22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6pPr>
            <a:lvl7pPr algn="ctr">
              <a:defRPr sz="22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7pPr>
            <a:lvl8pPr algn="ctr">
              <a:defRPr sz="22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8pPr>
            <a:lvl9pPr algn="ctr">
              <a:defRPr sz="22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5F7"/>
                </a:solidFill>
                <a:latin typeface="Gulim"/>
                <a:ea typeface="Gulim"/>
                <a:cs typeface="Gulim"/>
              </a:defRPr>
            </a:pPr>
            <a:r>
              <a:rPr sz="2250" b="1">
                <a:solidFill>
                  <a:srgbClr val="FFF5F7"/>
                </a:solidFill>
                <a:latin typeface="Gulim"/>
                <a:ea typeface="Gulim"/>
                <a:cs typeface="Gulim"/>
              </a:rPr>
              <a:t>질문 다시 듣기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4D720-C8FB-4BA4-9B25-318501A5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382000"/>
            <a:ext cx="4876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292"/>
          </a:solidFill>
          <a:ln xmlns:a="http://schemas.openxmlformats.org/drawingml/2006/main" w="28575">
            <a:solidFill>
              <a:srgbClr val="170E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5A864-D8C8-4E9D-9D78-9FC33F0C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410575"/>
            <a:ext cx="457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defPPr>
            <a:lvl1pPr algn="ctr">
              <a:defRPr sz="22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1pPr>
            <a:lvl2pPr algn="ctr">
              <a:defRPr sz="22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2pPr>
            <a:lvl3pPr algn="ctr">
              <a:defRPr sz="22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3pPr>
            <a:lvl4pPr algn="ctr">
              <a:defRPr sz="22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4pPr>
            <a:lvl5pPr algn="ctr">
              <a:defRPr sz="22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5pPr>
            <a:lvl6pPr algn="ctr">
              <a:defRPr sz="22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6pPr>
            <a:lvl7pPr algn="ctr">
              <a:defRPr sz="22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7pPr>
            <a:lvl8pPr algn="ctr">
              <a:defRPr sz="22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8pPr>
            <a:lvl9pPr algn="ctr">
              <a:defRPr sz="22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pPr>
            <a:r>
              <a:rPr sz="2250" b="1">
                <a:solidFill>
                  <a:srgbClr val="170E12"/>
                </a:solidFill>
                <a:latin typeface="Gulim"/>
                <a:ea typeface="Gulim"/>
                <a:cs typeface="Gulim"/>
              </a:rPr>
              <a:t>연습 시작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4615A-EF99-4CB7-9237-D14F62D1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8107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232D"/>
            </a:solidFill>
            <a:prstDash val="dot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3EFFD-0D3B-4582-9F5D-356B3468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096500"/>
            <a:ext cx="4648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defPPr>
            <a:lvl1pPr algn="ctr">
              <a:defRPr sz="17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1pPr>
            <a:lvl2pPr algn="ctr">
              <a:defRPr sz="17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2pPr>
            <a:lvl3pPr algn="ctr">
              <a:defRPr sz="17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3pPr>
            <a:lvl4pPr algn="ctr">
              <a:defRPr sz="17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4pPr>
            <a:lvl5pPr algn="ctr">
              <a:defRPr sz="17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5pPr>
            <a:lvl6pPr algn="ctr">
              <a:defRPr sz="17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6pPr>
            <a:lvl7pPr algn="ctr">
              <a:defRPr sz="17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7pPr>
            <a:lvl8pPr algn="ctr">
              <a:defRPr sz="17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8pPr>
            <a:lvl9pPr algn="ctr">
              <a:defRPr sz="17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0E12"/>
                </a:solidFill>
                <a:latin typeface="Gulim"/>
                <a:ea typeface="Gulim"/>
                <a:cs typeface="Gulim"/>
              </a:defRPr>
            </a:pPr>
            <a:r>
              <a:rPr sz="1725" b="1">
                <a:solidFill>
                  <a:srgbClr val="170E12"/>
                </a:solidFill>
                <a:latin typeface="Gulim"/>
                <a:ea typeface="Gulim"/>
                <a:cs typeface="Gulim"/>
              </a:rPr>
              <a:t>말하기 타이머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2ECEB-9A9A-4C12-A6F0-BEB94BF7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5727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46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46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46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46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46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46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46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46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46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46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4650" b="1">
                <a:solidFill>
                  <a:srgbClr val="170E12"/>
                </a:solidFill>
                <a:latin typeface="Courier New"/>
                <a:ea typeface="Courier New"/>
                <a:cs typeface="Courier New"/>
              </a:defRPr>
            </a:pPr>
            <a:r>
              <a:rPr sz="4650" b="1">
                <a:solidFill>
                  <a:srgbClr val="170E12"/>
                </a:solidFill>
                <a:latin typeface="Courier New"/>
                <a:ea typeface="Courier New"/>
                <a:cs typeface="Courier New"/>
              </a:rPr>
              <a:t>02:00</a:t>
            </a:r>
          </a:p>
        </p:txBody>
      </p:sp>
    </p:spTree>
    <p:extLst>
      <p:ext uri="{BB962C8B-B14F-4D97-AF65-F5344CB8AC3E}">
        <p14:creationId xmlns:p14="http://schemas.microsoft.com/office/powerpoint/2010/main" val="1932202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2026-10-22T05:34:59.2670000Z</dcterms:created>
  <dcterms:modified xsi:type="dcterms:W3CDTF">2026-10-22T05:34:59.2670000Z</dcterms:modified>
</coreProperties>
</file>