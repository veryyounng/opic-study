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6fc38dea5f4b8f" /><Relationship Type="http://schemas.openxmlformats.org/officeDocument/2006/relationships/extended-properties" Target="/docProps/app.xml" Id="Rfae269ece7e8471c" /><Relationship Type="http://schemas.openxmlformats.org/officeDocument/2006/relationships/officeDocument" Target="/ppt/presentation.xml" Id="Red3eee4e4d4340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f0a83df70d4251"/>
  </p:sldMasterIdLst>
  <p:notesMasterIdLst>
    <p:notesMasterId xmlns:r="http://schemas.openxmlformats.org/officeDocument/2006/relationships" r:id="Rbfdc2fa18cea46ed"/>
  </p:notesMasterIdLst>
  <p:sldIdLst>
    <p:sldId xmlns:r="http://schemas.openxmlformats.org/officeDocument/2006/relationships" id="256" r:id="Rf6901eec008f4f2e"/>
  </p:sldIdLst>
  <p:sldSz cx="68580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ad9b9da89d4b47" /><Relationship Type="http://schemas.openxmlformats.org/officeDocument/2006/relationships/slideMaster" Target="/ppt/slideMasters/slideMaster1.xml" Id="R82f0a83df70d4251" /><Relationship Type="http://schemas.openxmlformats.org/officeDocument/2006/relationships/notesMaster" Target="/ppt/notesMasters/notesMaster1.xml" Id="Rbfdc2fa18cea46ed" /><Relationship Type="http://schemas.openxmlformats.org/officeDocument/2006/relationships/presProps" Target="/ppt/presProps.xml" Id="R0ad752f6e1384ffe" /><Relationship Type="http://schemas.openxmlformats.org/officeDocument/2006/relationships/tableStyles" Target="/ppt/tableStyles.xml" Id="R822730e307dd4442" /><Relationship Type="http://schemas.openxmlformats.org/officeDocument/2006/relationships/slide" Target="/ppt/slides/slide1.xml" Id="Rf6901eec008f4f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a2be4e24794b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1feed2fd3d44b6" /><Relationship Type="http://schemas.openxmlformats.org/officeDocument/2006/relationships/notesMaster" Target="/ppt/notesMasters/notesMaster1.xml" Id="R60799f38c8da4c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0556274fd4b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5d95b753041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d73e575b940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75b564fd640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8080bd70447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1fbb8ae2846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52EE0C-4C06-4910-B156-4976FB4A03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605867"/>
            <a:ext cx="5486400" cy="1761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52F134-2C90-44BC-8D7C-F96BF06B06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8700" y="6705600"/>
            <a:ext cx="4800600" cy="1354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F3AA81-A587-4231-AAD7-D7D04EBB21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080000"/>
            <a:ext cx="54864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2125A3-A9D5-4D43-8BD5-EB5A60ECD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571964-CF65-41F4-9B5E-20DE494547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608647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CE27F8-2E8E-444B-A4C5-F3D1B75B6C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95E034-5B2C-401B-9643-01615429F5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0E3882-AD44-46DD-9020-13EC260554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64331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00DDBE-E173-4C2D-9CA7-048F52BA45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5763" y="948267"/>
            <a:ext cx="6086475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D986E9-CB4C-4311-AD18-F43D6737BF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5763" y="3386667"/>
            <a:ext cx="2828925" cy="7586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85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000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714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429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143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9858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1572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32873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00188" indent="-128587" algn="l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Char char="•"/>
              <a:defRPr sz="126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2dda2436ec409d" /><Relationship Type="http://schemas.openxmlformats.org/officeDocument/2006/relationships/slideLayout" Target="/ppt/slideLayouts/slideLayout1.xml" Id="R68b90ccfdc9b431f" /><Relationship Type="http://schemas.openxmlformats.org/officeDocument/2006/relationships/slideLayout" Target="/ppt/slideLayouts/slideLayout2.xml" Id="R3ded9b0fac834b25" /><Relationship Type="http://schemas.openxmlformats.org/officeDocument/2006/relationships/slideLayout" Target="/ppt/slideLayouts/slideLayout3.xml" Id="R0fa3a069e67442e1" /><Relationship Type="http://schemas.openxmlformats.org/officeDocument/2006/relationships/slideLayout" Target="/ppt/slideLayouts/slideLayout4.xml" Id="R6f8a8e80068e4fc3" /><Relationship Type="http://schemas.openxmlformats.org/officeDocument/2006/relationships/slideLayout" Target="/ppt/slideLayouts/slideLayout5.xml" Id="Ref5236362e7c4a14" /><Relationship Type="http://schemas.openxmlformats.org/officeDocument/2006/relationships/slideLayout" Target="/ppt/slideLayouts/slideLayout6.xml" Id="R7293e0e6f5d547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b90ccfdc9b431f"/>
    <p:sldLayoutId xmlns:r="http://schemas.openxmlformats.org/officeDocument/2006/relationships" id="2147483650" r:id="R3ded9b0fac834b25"/>
    <p:sldLayoutId xmlns:r="http://schemas.openxmlformats.org/officeDocument/2006/relationships" id="2147483651" r:id="R0fa3a069e67442e1"/>
    <p:sldLayoutId xmlns:r="http://schemas.openxmlformats.org/officeDocument/2006/relationships" id="2147483652" r:id="R6f8a8e80068e4fc3"/>
    <p:sldLayoutId xmlns:r="http://schemas.openxmlformats.org/officeDocument/2006/relationships" id="2147483653" r:id="Ref5236362e7c4a14"/>
    <p:sldLayoutId xmlns:r="http://schemas.openxmlformats.org/officeDocument/2006/relationships" id="2147483654" r:id="R7293e0e6f5d547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111feb0c02454c" /><Relationship Type="http://schemas.openxmlformats.org/officeDocument/2006/relationships/notesSlide" Target="/ppt/notesSlides/notesSlide1.xml" Id="R4b82e50ba01f41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pink-top-field">
            <a:extLst xmlns:a="http://schemas.openxmlformats.org/drawingml/2006/main">
              <a:ext uri="{FF2B5EF4-FFF2-40B4-BE49-F238E27FC236}">
                <a16:creationId xmlns:a16="http://schemas.microsoft.com/office/drawing/2014/main" id="{83CA1082-31FC-4FCA-8DA5-383469A3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640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E2"/>
          </a:solidFill>
          <a:ln xmlns:a="http://schemas.openxmlformats.org/drawingml/2006/main" w="19050">
            <a:solidFill>
              <a:srgbClr val="3C3937"/>
            </a:solidFill>
            <a:prstDash val="solid"/>
          </a:ln>
        </p:spPr>
      </p:sp>
      <p:sp>
        <p:nvSpPr>
          <p:cNvPr id="2" name="panel-left">
            <a:extLst xmlns:a="http://schemas.openxmlformats.org/drawingml/2006/main">
              <a:ext uri="{FF2B5EF4-FFF2-40B4-BE49-F238E27FC236}">
                <a16:creationId xmlns:a16="http://schemas.microsoft.com/office/drawing/2014/main" id="{F99121DF-1E8D-4BC6-B898-0FA503EC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00050"/>
            <a:ext cx="1143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3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logo-main">
            <a:extLst xmlns:a="http://schemas.openxmlformats.org/drawingml/2006/main">
              <a:ext uri="{FF2B5EF4-FFF2-40B4-BE49-F238E27FC236}">
                <a16:creationId xmlns:a16="http://schemas.microsoft.com/office/drawing/2014/main" id="{BE2AFBAB-AE0C-4FD4-855D-A9423A08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3619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925" b="1" i="0">
                <a:solidFill>
                  <a:srgbClr val="292A2C"/>
                </a:solidFill>
              </a:defRPr>
            </a:defPPr>
            <a:lvl1pPr algn="l">
              <a:defRPr sz="2925" b="1" i="0">
                <a:solidFill>
                  <a:srgbClr val="292A2C"/>
                </a:solidFill>
              </a:defRPr>
            </a:lvl1pPr>
            <a:lvl2pPr algn="l">
              <a:defRPr sz="2925" b="1" i="0">
                <a:solidFill>
                  <a:srgbClr val="292A2C"/>
                </a:solidFill>
              </a:defRPr>
            </a:lvl2pPr>
            <a:lvl3pPr algn="l">
              <a:defRPr sz="2925" b="1" i="0">
                <a:solidFill>
                  <a:srgbClr val="292A2C"/>
                </a:solidFill>
              </a:defRPr>
            </a:lvl3pPr>
            <a:lvl4pPr algn="l">
              <a:defRPr sz="2925" b="1" i="0">
                <a:solidFill>
                  <a:srgbClr val="292A2C"/>
                </a:solidFill>
              </a:defRPr>
            </a:lvl4pPr>
            <a:lvl5pPr algn="l">
              <a:defRPr sz="2925" b="1" i="0">
                <a:solidFill>
                  <a:srgbClr val="292A2C"/>
                </a:solidFill>
              </a:defRPr>
            </a:lvl5pPr>
            <a:lvl6pPr algn="l">
              <a:defRPr sz="2925" b="1" i="0">
                <a:solidFill>
                  <a:srgbClr val="292A2C"/>
                </a:solidFill>
              </a:defRPr>
            </a:lvl6pPr>
            <a:lvl7pPr algn="l">
              <a:defRPr sz="2925" b="1" i="0">
                <a:solidFill>
                  <a:srgbClr val="292A2C"/>
                </a:solidFill>
              </a:defRPr>
            </a:lvl7pPr>
            <a:lvl8pPr algn="l">
              <a:defRPr sz="2925" b="1" i="0">
                <a:solidFill>
                  <a:srgbClr val="292A2C"/>
                </a:solidFill>
              </a:defRPr>
            </a:lvl8pPr>
            <a:lvl9pPr algn="l">
              <a:defRPr sz="2925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l">
              <a:defRPr sz="2925" b="1" i="0">
                <a:solidFill>
                  <a:srgbClr val="292A2C"/>
                </a:solidFill>
              </a:defRPr>
            </a:pPr>
            <a:r>
              <a:rPr sz="2925" b="1" i="0">
                <a:solidFill>
                  <a:srgbClr val="292A2C"/>
                </a:solidFill>
              </a:rPr>
              <a:t>My OPIc</a:t>
            </a:r>
          </a:p>
        </p:txBody>
      </p:sp>
      <p:sp>
        <p:nvSpPr>
          <p:cNvPr id="4" name="logo-script">
            <a:extLst xmlns:a="http://schemas.openxmlformats.org/drawingml/2006/main">
              <a:ext uri="{FF2B5EF4-FFF2-40B4-BE49-F238E27FC236}">
                <a16:creationId xmlns:a16="http://schemas.microsoft.com/office/drawing/2014/main" id="{936F7067-C705-4F85-B186-3071D80C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 i="1">
                <a:solidFill>
                  <a:srgbClr val="C65347"/>
                </a:solidFill>
              </a:defRPr>
            </a:defPPr>
            <a:lvl1pPr algn="l">
              <a:defRPr sz="3150" b="1" i="1">
                <a:solidFill>
                  <a:srgbClr val="C65347"/>
                </a:solidFill>
              </a:defRPr>
            </a:lvl1pPr>
            <a:lvl2pPr algn="l">
              <a:defRPr sz="3150" b="1" i="1">
                <a:solidFill>
                  <a:srgbClr val="C65347"/>
                </a:solidFill>
              </a:defRPr>
            </a:lvl2pPr>
            <a:lvl3pPr algn="l">
              <a:defRPr sz="3150" b="1" i="1">
                <a:solidFill>
                  <a:srgbClr val="C65347"/>
                </a:solidFill>
              </a:defRPr>
            </a:lvl3pPr>
            <a:lvl4pPr algn="l">
              <a:defRPr sz="3150" b="1" i="1">
                <a:solidFill>
                  <a:srgbClr val="C65347"/>
                </a:solidFill>
              </a:defRPr>
            </a:lvl4pPr>
            <a:lvl5pPr algn="l">
              <a:defRPr sz="3150" b="1" i="1">
                <a:solidFill>
                  <a:srgbClr val="C65347"/>
                </a:solidFill>
              </a:defRPr>
            </a:lvl5pPr>
            <a:lvl6pPr algn="l">
              <a:defRPr sz="3150" b="1" i="1">
                <a:solidFill>
                  <a:srgbClr val="C65347"/>
                </a:solidFill>
              </a:defRPr>
            </a:lvl6pPr>
            <a:lvl7pPr algn="l">
              <a:defRPr sz="3150" b="1" i="1">
                <a:solidFill>
                  <a:srgbClr val="C65347"/>
                </a:solidFill>
              </a:defRPr>
            </a:lvl7pPr>
            <a:lvl8pPr algn="l">
              <a:defRPr sz="3150" b="1" i="1">
                <a:solidFill>
                  <a:srgbClr val="C65347"/>
                </a:solidFill>
              </a:defRPr>
            </a:lvl8pPr>
            <a:lvl9pPr algn="l">
              <a:defRPr sz="3150" b="1" i="1">
                <a:solidFill>
                  <a:srgbClr val="C65347"/>
                </a:solidFill>
              </a:defRPr>
            </a:lvl9pPr>
          </a:lstStyle>
          <a:p xmlns:a="http://schemas.openxmlformats.org/drawingml/2006/main">
            <a:pPr algn="l">
              <a:defRPr sz="3150" b="1" i="1">
                <a:solidFill>
                  <a:srgbClr val="C65347"/>
                </a:solidFill>
              </a:defRPr>
            </a:pPr>
            <a:r>
              <a:rPr sz="3150" b="1" i="1">
                <a:solidFill>
                  <a:srgbClr val="C65347"/>
                </a:solidFill>
              </a:rPr>
              <a:t>Trainer</a:t>
            </a:r>
          </a:p>
        </p:txBody>
      </p:sp>
      <p:sp>
        <p:nvSpPr>
          <p:cNvPr id="5" name="welcome-bubble">
            <a:extLst xmlns:a="http://schemas.openxmlformats.org/drawingml/2006/main">
              <a:ext uri="{FF2B5EF4-FFF2-40B4-BE49-F238E27FC236}">
                <a16:creationId xmlns:a16="http://schemas.microsoft.com/office/drawing/2014/main" id="{62222E7F-433E-4BDD-BC3C-BA93162B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81025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 i="0">
                <a:solidFill>
                  <a:srgbClr val="292A2C"/>
                </a:solidFill>
              </a:defRPr>
            </a:defPPr>
            <a:lvl1pPr algn="ctr">
              <a:defRPr sz="1575" b="1" i="0">
                <a:solidFill>
                  <a:srgbClr val="292A2C"/>
                </a:solidFill>
              </a:defRPr>
            </a:lvl1pPr>
            <a:lvl2pPr algn="ctr">
              <a:defRPr sz="1575" b="1" i="0">
                <a:solidFill>
                  <a:srgbClr val="292A2C"/>
                </a:solidFill>
              </a:defRPr>
            </a:lvl2pPr>
            <a:lvl3pPr algn="ctr">
              <a:defRPr sz="1575" b="1" i="0">
                <a:solidFill>
                  <a:srgbClr val="292A2C"/>
                </a:solidFill>
              </a:defRPr>
            </a:lvl3pPr>
            <a:lvl4pPr algn="ctr">
              <a:defRPr sz="1575" b="1" i="0">
                <a:solidFill>
                  <a:srgbClr val="292A2C"/>
                </a:solidFill>
              </a:defRPr>
            </a:lvl4pPr>
            <a:lvl5pPr algn="ctr">
              <a:defRPr sz="1575" b="1" i="0">
                <a:solidFill>
                  <a:srgbClr val="292A2C"/>
                </a:solidFill>
              </a:defRPr>
            </a:lvl5pPr>
            <a:lvl6pPr algn="ctr">
              <a:defRPr sz="1575" b="1" i="0">
                <a:solidFill>
                  <a:srgbClr val="292A2C"/>
                </a:solidFill>
              </a:defRPr>
            </a:lvl6pPr>
            <a:lvl7pPr algn="ctr">
              <a:defRPr sz="1575" b="1" i="0">
                <a:solidFill>
                  <a:srgbClr val="292A2C"/>
                </a:solidFill>
              </a:defRPr>
            </a:lvl7pPr>
            <a:lvl8pPr algn="ctr">
              <a:defRPr sz="1575" b="1" i="0">
                <a:solidFill>
                  <a:srgbClr val="292A2C"/>
                </a:solidFill>
              </a:defRPr>
            </a:lvl8pPr>
            <a:lvl9pPr algn="ctr">
              <a:defRPr sz="1575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292A2C"/>
                </a:solidFill>
              </a:defRPr>
            </a:pPr>
            <a:r>
              <a:rPr sz="1575" b="1" i="0">
                <a:solidFill>
                  <a:srgbClr val="292A2C"/>
                </a:solidFill>
              </a:rPr>
              <a:t>Welcome!</a:t>
            </a:r>
          </a:p>
        </p:txBody>
      </p:sp>
      <p:sp>
        <p:nvSpPr>
          <p:cNvPr id="6" name="welcome-oval">
            <a:extLst xmlns:a="http://schemas.openxmlformats.org/drawingml/2006/main">
              <a:ext uri="{FF2B5EF4-FFF2-40B4-BE49-F238E27FC236}">
                <a16:creationId xmlns:a16="http://schemas.microsoft.com/office/drawing/2014/main" id="{B9A29DC8-E8AD-4826-84B6-E500DF75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6725"/>
            <a:ext cx="1476375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5"/>
          </a:solidFill>
          <a:ln xmlns:a="http://schemas.openxmlformats.org/drawingml/2006/main" w="19050">
            <a:solidFill>
              <a:srgbClr val="3C3937"/>
            </a:solidFill>
            <a:prstDash val="solid"/>
          </a:ln>
        </p:spPr>
      </p:sp>
      <p:sp>
        <p:nvSpPr>
          <p:cNvPr id="7" name="welcome-bubble-text">
            <a:extLst xmlns:a="http://schemas.openxmlformats.org/drawingml/2006/main">
              <a:ext uri="{FF2B5EF4-FFF2-40B4-BE49-F238E27FC236}">
                <a16:creationId xmlns:a16="http://schemas.microsoft.com/office/drawing/2014/main" id="{703AFC13-C48B-4ED6-8EF3-C94C3E09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09600"/>
            <a:ext cx="1438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 i="0">
                <a:solidFill>
                  <a:srgbClr val="292A2C"/>
                </a:solidFill>
              </a:defRPr>
            </a:defPPr>
            <a:lvl1pPr algn="ctr">
              <a:defRPr sz="1500" b="0" i="0">
                <a:solidFill>
                  <a:srgbClr val="292A2C"/>
                </a:solidFill>
              </a:defRPr>
            </a:lvl1pPr>
            <a:lvl2pPr algn="ctr">
              <a:defRPr sz="1500" b="0" i="0">
                <a:solidFill>
                  <a:srgbClr val="292A2C"/>
                </a:solidFill>
              </a:defRPr>
            </a:lvl2pPr>
            <a:lvl3pPr algn="ctr">
              <a:defRPr sz="1500" b="0" i="0">
                <a:solidFill>
                  <a:srgbClr val="292A2C"/>
                </a:solidFill>
              </a:defRPr>
            </a:lvl3pPr>
            <a:lvl4pPr algn="ctr">
              <a:defRPr sz="1500" b="0" i="0">
                <a:solidFill>
                  <a:srgbClr val="292A2C"/>
                </a:solidFill>
              </a:defRPr>
            </a:lvl4pPr>
            <a:lvl5pPr algn="ctr">
              <a:defRPr sz="1500" b="0" i="0">
                <a:solidFill>
                  <a:srgbClr val="292A2C"/>
                </a:solidFill>
              </a:defRPr>
            </a:lvl5pPr>
            <a:lvl6pPr algn="ctr">
              <a:defRPr sz="1500" b="0" i="0">
                <a:solidFill>
                  <a:srgbClr val="292A2C"/>
                </a:solidFill>
              </a:defRPr>
            </a:lvl6pPr>
            <a:lvl7pPr algn="ctr">
              <a:defRPr sz="1500" b="0" i="0">
                <a:solidFill>
                  <a:srgbClr val="292A2C"/>
                </a:solidFill>
              </a:defRPr>
            </a:lvl7pPr>
            <a:lvl8pPr algn="ctr">
              <a:defRPr sz="1500" b="0" i="0">
                <a:solidFill>
                  <a:srgbClr val="292A2C"/>
                </a:solidFill>
              </a:defRPr>
            </a:lvl8pPr>
            <a:lvl9pPr algn="ctr">
              <a:defRPr sz="1500" b="0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292A2C"/>
                </a:solidFill>
              </a:defRPr>
            </a:pPr>
            <a:r>
              <a:rPr sz="1500" b="0" i="0">
                <a:solidFill>
                  <a:srgbClr val="292A2C"/>
                </a:solidFill>
              </a:rPr>
              <a:t>Welcome!</a:t>
            </a:r>
          </a:p>
        </p:txBody>
      </p:sp>
      <p:sp>
        <p:nvSpPr>
          <p:cNvPr id="8" name="intro-kicker">
            <a:extLst xmlns:a="http://schemas.openxmlformats.org/drawingml/2006/main">
              <a:ext uri="{FF2B5EF4-FFF2-40B4-BE49-F238E27FC236}">
                <a16:creationId xmlns:a16="http://schemas.microsoft.com/office/drawing/2014/main" id="{E09F775A-70C2-4067-8036-5BD13B95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47825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C65347"/>
                </a:solidFill>
              </a:defRPr>
            </a:defPPr>
            <a:lvl1pPr algn="l">
              <a:defRPr sz="900" b="1" i="0">
                <a:solidFill>
                  <a:srgbClr val="C65347"/>
                </a:solidFill>
              </a:defRPr>
            </a:lvl1pPr>
            <a:lvl2pPr algn="l">
              <a:defRPr sz="900" b="1" i="0">
                <a:solidFill>
                  <a:srgbClr val="C65347"/>
                </a:solidFill>
              </a:defRPr>
            </a:lvl2pPr>
            <a:lvl3pPr algn="l">
              <a:defRPr sz="900" b="1" i="0">
                <a:solidFill>
                  <a:srgbClr val="C65347"/>
                </a:solidFill>
              </a:defRPr>
            </a:lvl3pPr>
            <a:lvl4pPr algn="l">
              <a:defRPr sz="900" b="1" i="0">
                <a:solidFill>
                  <a:srgbClr val="C65347"/>
                </a:solidFill>
              </a:defRPr>
            </a:lvl4pPr>
            <a:lvl5pPr algn="l">
              <a:defRPr sz="900" b="1" i="0">
                <a:solidFill>
                  <a:srgbClr val="C65347"/>
                </a:solidFill>
              </a:defRPr>
            </a:lvl5pPr>
            <a:lvl6pPr algn="l">
              <a:defRPr sz="900" b="1" i="0">
                <a:solidFill>
                  <a:srgbClr val="C65347"/>
                </a:solidFill>
              </a:defRPr>
            </a:lvl6pPr>
            <a:lvl7pPr algn="l">
              <a:defRPr sz="900" b="1" i="0">
                <a:solidFill>
                  <a:srgbClr val="C65347"/>
                </a:solidFill>
              </a:defRPr>
            </a:lvl7pPr>
            <a:lvl8pPr algn="l">
              <a:defRPr sz="900" b="1" i="0">
                <a:solidFill>
                  <a:srgbClr val="C65347"/>
                </a:solidFill>
              </a:defRPr>
            </a:lvl8pPr>
            <a:lvl9pPr algn="l">
              <a:defRPr sz="900" b="1" i="0">
                <a:solidFill>
                  <a:srgbClr val="C65347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C65347"/>
                </a:solidFill>
              </a:defRPr>
            </a:pPr>
            <a:r>
              <a:rPr sz="900" b="1" i="0">
                <a:solidFill>
                  <a:srgbClr val="C65347"/>
                </a:solidFill>
              </a:rPr>
              <a:t>YOUR SPEAKING JOURNAL</a:t>
            </a:r>
          </a:p>
        </p:txBody>
      </p:sp>
      <p:sp>
        <p:nvSpPr>
          <p:cNvPr id="9" name="intro-title">
            <a:extLst xmlns:a="http://schemas.openxmlformats.org/drawingml/2006/main">
              <a:ext uri="{FF2B5EF4-FFF2-40B4-BE49-F238E27FC236}">
                <a16:creationId xmlns:a16="http://schemas.microsoft.com/office/drawing/2014/main" id="{3272C3A9-55AC-4A9F-926E-05CF1742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 i="0">
                <a:solidFill>
                  <a:srgbClr val="292A2C"/>
                </a:solidFill>
              </a:defRPr>
            </a:defPPr>
            <a:lvl1pPr algn="l">
              <a:defRPr sz="2400" b="1" i="0">
                <a:solidFill>
                  <a:srgbClr val="292A2C"/>
                </a:solidFill>
              </a:defRPr>
            </a:lvl1pPr>
            <a:lvl2pPr algn="l">
              <a:defRPr sz="2400" b="1" i="0">
                <a:solidFill>
                  <a:srgbClr val="292A2C"/>
                </a:solidFill>
              </a:defRPr>
            </a:lvl2pPr>
            <a:lvl3pPr algn="l">
              <a:defRPr sz="2400" b="1" i="0">
                <a:solidFill>
                  <a:srgbClr val="292A2C"/>
                </a:solidFill>
              </a:defRPr>
            </a:lvl3pPr>
            <a:lvl4pPr algn="l">
              <a:defRPr sz="2400" b="1" i="0">
                <a:solidFill>
                  <a:srgbClr val="292A2C"/>
                </a:solidFill>
              </a:defRPr>
            </a:lvl4pPr>
            <a:lvl5pPr algn="l">
              <a:defRPr sz="2400" b="1" i="0">
                <a:solidFill>
                  <a:srgbClr val="292A2C"/>
                </a:solidFill>
              </a:defRPr>
            </a:lvl5pPr>
            <a:lvl6pPr algn="l">
              <a:defRPr sz="2400" b="1" i="0">
                <a:solidFill>
                  <a:srgbClr val="292A2C"/>
                </a:solidFill>
              </a:defRPr>
            </a:lvl6pPr>
            <a:lvl7pPr algn="l">
              <a:defRPr sz="2400" b="1" i="0">
                <a:solidFill>
                  <a:srgbClr val="292A2C"/>
                </a:solidFill>
              </a:defRPr>
            </a:lvl7pPr>
            <a:lvl8pPr algn="l">
              <a:defRPr sz="2400" b="1" i="0">
                <a:solidFill>
                  <a:srgbClr val="292A2C"/>
                </a:solidFill>
              </a:defRPr>
            </a:lvl8pPr>
            <a:lvl9pPr algn="l">
              <a:defRPr sz="2400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292A2C"/>
                </a:solidFill>
              </a:defRPr>
            </a:pPr>
            <a:r>
              <a:rPr sz="2400" b="1" i="0">
                <a:solidFill>
                  <a:srgbClr val="292A2C"/>
                </a:solidFill>
              </a:rPr>
              <a:t>오늘의 질문</a:t>
            </a:r>
          </a:p>
        </p:txBody>
      </p:sp>
      <p:sp>
        <p:nvSpPr>
          <p:cNvPr id="10" name="count">
            <a:extLst xmlns:a="http://schemas.openxmlformats.org/drawingml/2006/main">
              <a:ext uri="{FF2B5EF4-FFF2-40B4-BE49-F238E27FC236}">
                <a16:creationId xmlns:a16="http://schemas.microsoft.com/office/drawing/2014/main" id="{ED3708F4-50EA-46B6-856D-1C07E3FF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7B7774"/>
                </a:solidFill>
              </a:defRPr>
            </a:defPPr>
            <a:lvl1pPr algn="l">
              <a:defRPr sz="1050" b="1" i="0">
                <a:solidFill>
                  <a:srgbClr val="7B7774"/>
                </a:solidFill>
              </a:defRPr>
            </a:lvl1pPr>
            <a:lvl2pPr algn="l">
              <a:defRPr sz="1050" b="1" i="0">
                <a:solidFill>
                  <a:srgbClr val="7B7774"/>
                </a:solidFill>
              </a:defRPr>
            </a:lvl2pPr>
            <a:lvl3pPr algn="l">
              <a:defRPr sz="1050" b="1" i="0">
                <a:solidFill>
                  <a:srgbClr val="7B7774"/>
                </a:solidFill>
              </a:defRPr>
            </a:lvl3pPr>
            <a:lvl4pPr algn="l">
              <a:defRPr sz="1050" b="1" i="0">
                <a:solidFill>
                  <a:srgbClr val="7B7774"/>
                </a:solidFill>
              </a:defRPr>
            </a:lvl4pPr>
            <a:lvl5pPr algn="l">
              <a:defRPr sz="1050" b="1" i="0">
                <a:solidFill>
                  <a:srgbClr val="7B7774"/>
                </a:solidFill>
              </a:defRPr>
            </a:lvl5pPr>
            <a:lvl6pPr algn="l">
              <a:defRPr sz="1050" b="1" i="0">
                <a:solidFill>
                  <a:srgbClr val="7B7774"/>
                </a:solidFill>
              </a:defRPr>
            </a:lvl6pPr>
            <a:lvl7pPr algn="l">
              <a:defRPr sz="1050" b="1" i="0">
                <a:solidFill>
                  <a:srgbClr val="7B7774"/>
                </a:solidFill>
              </a:defRPr>
            </a:lvl7pPr>
            <a:lvl8pPr algn="l">
              <a:defRPr sz="1050" b="1" i="0">
                <a:solidFill>
                  <a:srgbClr val="7B7774"/>
                </a:solidFill>
              </a:defRPr>
            </a:lvl8pPr>
            <a:lvl9pPr algn="l">
              <a:defRPr sz="1050" b="1" i="0">
                <a:solidFill>
                  <a:srgbClr val="7B7774"/>
                </a:solidFill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7B7774"/>
                </a:solidFill>
              </a:defRPr>
            </a:pPr>
            <a:r>
              <a:rPr sz="1050" b="1" i="0">
                <a:solidFill>
                  <a:srgbClr val="7B7774"/>
                </a:solidFill>
              </a:rPr>
              <a:t>16 topics  /  64 prompts</a:t>
            </a:r>
          </a:p>
        </p:txBody>
      </p:sp>
      <p:sp>
        <p:nvSpPr>
          <p:cNvPr id="11" name="star-left">
            <a:extLst xmlns:a="http://schemas.openxmlformats.org/drawingml/2006/main">
              <a:ext uri="{FF2B5EF4-FFF2-40B4-BE49-F238E27FC236}">
                <a16:creationId xmlns:a16="http://schemas.microsoft.com/office/drawing/2014/main" id="{338EB1DD-C160-4E05-AF8F-5ED4803B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57350"/>
            <a:ext cx="381000" cy="381000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F6E49C"/>
          </a:solidFill>
          <a:ln xmlns:a="http://schemas.openxmlformats.org/drawingml/2006/main" w="13335">
            <a:solidFill>
              <a:srgbClr val="3C3937"/>
            </a:solidFill>
            <a:prstDash val="solid"/>
          </a:ln>
        </p:spPr>
      </p:sp>
      <p:sp>
        <p:nvSpPr>
          <p:cNvPr id="12" name="series">
            <a:extLst xmlns:a="http://schemas.openxmlformats.org/drawingml/2006/main">
              <a:ext uri="{FF2B5EF4-FFF2-40B4-BE49-F238E27FC236}">
                <a16:creationId xmlns:a16="http://schemas.microsoft.com/office/drawing/2014/main" id="{CB54CDCA-F617-4C63-895E-21CA0030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C65347"/>
                </a:solidFill>
              </a:defRPr>
            </a:defPPr>
            <a:lvl1pPr algn="ctr">
              <a:defRPr sz="1200" b="1" i="0">
                <a:solidFill>
                  <a:srgbClr val="C65347"/>
                </a:solidFill>
              </a:defRPr>
            </a:lvl1pPr>
            <a:lvl2pPr algn="ctr">
              <a:defRPr sz="1200" b="1" i="0">
                <a:solidFill>
                  <a:srgbClr val="C65347"/>
                </a:solidFill>
              </a:defRPr>
            </a:lvl2pPr>
            <a:lvl3pPr algn="ctr">
              <a:defRPr sz="1200" b="1" i="0">
                <a:solidFill>
                  <a:srgbClr val="C65347"/>
                </a:solidFill>
              </a:defRPr>
            </a:lvl3pPr>
            <a:lvl4pPr algn="ctr">
              <a:defRPr sz="1200" b="1" i="0">
                <a:solidFill>
                  <a:srgbClr val="C65347"/>
                </a:solidFill>
              </a:defRPr>
            </a:lvl4pPr>
            <a:lvl5pPr algn="ctr">
              <a:defRPr sz="1200" b="1" i="0">
                <a:solidFill>
                  <a:srgbClr val="C65347"/>
                </a:solidFill>
              </a:defRPr>
            </a:lvl5pPr>
            <a:lvl6pPr algn="ctr">
              <a:defRPr sz="1200" b="1" i="0">
                <a:solidFill>
                  <a:srgbClr val="C65347"/>
                </a:solidFill>
              </a:defRPr>
            </a:lvl6pPr>
            <a:lvl7pPr algn="ctr">
              <a:defRPr sz="1200" b="1" i="0">
                <a:solidFill>
                  <a:srgbClr val="C65347"/>
                </a:solidFill>
              </a:defRPr>
            </a:lvl7pPr>
            <a:lvl8pPr algn="ctr">
              <a:defRPr sz="1200" b="1" i="0">
                <a:solidFill>
                  <a:srgbClr val="C65347"/>
                </a:solidFill>
              </a:defRPr>
            </a:lvl8pPr>
            <a:lvl9pPr algn="ctr">
              <a:defRPr sz="1200" b="1" i="0">
                <a:solidFill>
                  <a:srgbClr val="C65347"/>
                </a:solidFill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C65347"/>
                </a:solidFill>
              </a:defRPr>
            </a:pPr>
            <a:r>
              <a:rPr sz="1200" b="1" i="0">
                <a:solidFill>
                  <a:srgbClr val="C65347"/>
                </a:solidFill>
              </a:rPr>
              <a:t>(01)</a:t>
            </a:r>
          </a:p>
        </p:txBody>
      </p:sp>
      <p:sp>
        <p:nvSpPr>
          <p:cNvPr id="13" name="type-filter">
            <a:extLst xmlns:a="http://schemas.openxmlformats.org/drawingml/2006/main">
              <a:ext uri="{FF2B5EF4-FFF2-40B4-BE49-F238E27FC236}">
                <a16:creationId xmlns:a16="http://schemas.microsoft.com/office/drawing/2014/main" id="{41DDC056-127C-4CE9-8E11-B9F43E8A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2905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14288">
            <a:solidFill>
              <a:srgbClr val="3C3937"/>
            </a:solidFill>
            <a:prstDash val="solid"/>
          </a:ln>
        </p:spPr>
      </p:sp>
      <p:sp>
        <p:nvSpPr>
          <p:cNvPr id="14" name="type-filter-label">
            <a:extLst xmlns:a="http://schemas.openxmlformats.org/drawingml/2006/main">
              <a:ext uri="{FF2B5EF4-FFF2-40B4-BE49-F238E27FC236}">
                <a16:creationId xmlns:a16="http://schemas.microsoft.com/office/drawing/2014/main" id="{A9DA391F-5359-49D3-A3BA-5DA507B7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7B7774"/>
                </a:solidFill>
              </a:defRPr>
            </a:defPPr>
            <a:lvl1pPr algn="l">
              <a:defRPr sz="900" b="1" i="0">
                <a:solidFill>
                  <a:srgbClr val="7B7774"/>
                </a:solidFill>
              </a:defRPr>
            </a:lvl1pPr>
            <a:lvl2pPr algn="l">
              <a:defRPr sz="900" b="1" i="0">
                <a:solidFill>
                  <a:srgbClr val="7B7774"/>
                </a:solidFill>
              </a:defRPr>
            </a:lvl2pPr>
            <a:lvl3pPr algn="l">
              <a:defRPr sz="900" b="1" i="0">
                <a:solidFill>
                  <a:srgbClr val="7B7774"/>
                </a:solidFill>
              </a:defRPr>
            </a:lvl3pPr>
            <a:lvl4pPr algn="l">
              <a:defRPr sz="900" b="1" i="0">
                <a:solidFill>
                  <a:srgbClr val="7B7774"/>
                </a:solidFill>
              </a:defRPr>
            </a:lvl4pPr>
            <a:lvl5pPr algn="l">
              <a:defRPr sz="900" b="1" i="0">
                <a:solidFill>
                  <a:srgbClr val="7B7774"/>
                </a:solidFill>
              </a:defRPr>
            </a:lvl5pPr>
            <a:lvl6pPr algn="l">
              <a:defRPr sz="900" b="1" i="0">
                <a:solidFill>
                  <a:srgbClr val="7B7774"/>
                </a:solidFill>
              </a:defRPr>
            </a:lvl6pPr>
            <a:lvl7pPr algn="l">
              <a:defRPr sz="900" b="1" i="0">
                <a:solidFill>
                  <a:srgbClr val="7B7774"/>
                </a:solidFill>
              </a:defRPr>
            </a:lvl7pPr>
            <a:lvl8pPr algn="l">
              <a:defRPr sz="900" b="1" i="0">
                <a:solidFill>
                  <a:srgbClr val="7B7774"/>
                </a:solidFill>
              </a:defRPr>
            </a:lvl8pPr>
            <a:lvl9pPr algn="l">
              <a:defRPr sz="900" b="1" i="0">
                <a:solidFill>
                  <a:srgbClr val="7B7774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7B7774"/>
                </a:solidFill>
              </a:defRPr>
            </a:pPr>
            <a:r>
              <a:rPr sz="900" b="1" i="0">
                <a:solidFill>
                  <a:srgbClr val="7B7774"/>
                </a:solidFill>
              </a:rPr>
              <a:t>유형</a:t>
            </a:r>
          </a:p>
        </p:txBody>
      </p:sp>
      <p:sp>
        <p:nvSpPr>
          <p:cNvPr id="15" name="type-filter-value">
            <a:extLst xmlns:a="http://schemas.openxmlformats.org/drawingml/2006/main">
              <a:ext uri="{FF2B5EF4-FFF2-40B4-BE49-F238E27FC236}">
                <a16:creationId xmlns:a16="http://schemas.microsoft.com/office/drawing/2014/main" id="{190D9BA2-9FF6-41D1-BB4C-31C2937E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 i="0">
                <a:solidFill>
                  <a:srgbClr val="292A2C"/>
                </a:solidFill>
              </a:defRPr>
            </a:defPPr>
            <a:lvl1pPr algn="l">
              <a:defRPr sz="1275" b="1" i="0">
                <a:solidFill>
                  <a:srgbClr val="292A2C"/>
                </a:solidFill>
              </a:defRPr>
            </a:lvl1pPr>
            <a:lvl2pPr algn="l">
              <a:defRPr sz="1275" b="1" i="0">
                <a:solidFill>
                  <a:srgbClr val="292A2C"/>
                </a:solidFill>
              </a:defRPr>
            </a:lvl2pPr>
            <a:lvl3pPr algn="l">
              <a:defRPr sz="1275" b="1" i="0">
                <a:solidFill>
                  <a:srgbClr val="292A2C"/>
                </a:solidFill>
              </a:defRPr>
            </a:lvl3pPr>
            <a:lvl4pPr algn="l">
              <a:defRPr sz="1275" b="1" i="0">
                <a:solidFill>
                  <a:srgbClr val="292A2C"/>
                </a:solidFill>
              </a:defRPr>
            </a:lvl4pPr>
            <a:lvl5pPr algn="l">
              <a:defRPr sz="1275" b="1" i="0">
                <a:solidFill>
                  <a:srgbClr val="292A2C"/>
                </a:solidFill>
              </a:defRPr>
            </a:lvl5pPr>
            <a:lvl6pPr algn="l">
              <a:defRPr sz="1275" b="1" i="0">
                <a:solidFill>
                  <a:srgbClr val="292A2C"/>
                </a:solidFill>
              </a:defRPr>
            </a:lvl6pPr>
            <a:lvl7pPr algn="l">
              <a:defRPr sz="1275" b="1" i="0">
                <a:solidFill>
                  <a:srgbClr val="292A2C"/>
                </a:solidFill>
              </a:defRPr>
            </a:lvl7pPr>
            <a:lvl8pPr algn="l">
              <a:defRPr sz="1275" b="1" i="0">
                <a:solidFill>
                  <a:srgbClr val="292A2C"/>
                </a:solidFill>
              </a:defRPr>
            </a:lvl8pPr>
            <a:lvl9pPr algn="l">
              <a:defRPr sz="1275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92A2C"/>
                </a:solidFill>
              </a:defRPr>
            </a:pPr>
            <a:r>
              <a:rPr sz="1275" b="1" i="0">
                <a:solidFill>
                  <a:srgbClr val="292A2C"/>
                </a:solidFill>
              </a:rPr>
              <a:t>전체 유형    ⌄</a:t>
            </a:r>
          </a:p>
        </p:txBody>
      </p:sp>
      <p:sp>
        <p:nvSpPr>
          <p:cNvPr id="16" name="topic-filter">
            <a:extLst xmlns:a="http://schemas.openxmlformats.org/drawingml/2006/main">
              <a:ext uri="{FF2B5EF4-FFF2-40B4-BE49-F238E27FC236}">
                <a16:creationId xmlns:a16="http://schemas.microsoft.com/office/drawing/2014/main" id="{263BAABC-8FB7-491F-8196-7C4C398D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71825"/>
            <a:ext cx="2905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14288">
            <a:solidFill>
              <a:srgbClr val="3C3937"/>
            </a:solidFill>
            <a:prstDash val="solid"/>
          </a:ln>
        </p:spPr>
      </p:sp>
      <p:sp>
        <p:nvSpPr>
          <p:cNvPr id="17" name="topic-filter-label">
            <a:extLst xmlns:a="http://schemas.openxmlformats.org/drawingml/2006/main">
              <a:ext uri="{FF2B5EF4-FFF2-40B4-BE49-F238E27FC236}">
                <a16:creationId xmlns:a16="http://schemas.microsoft.com/office/drawing/2014/main" id="{FA2AF3BE-6289-491D-939D-78DE8388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766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7B7774"/>
                </a:solidFill>
              </a:defRPr>
            </a:defPPr>
            <a:lvl1pPr algn="l">
              <a:defRPr sz="900" b="1" i="0">
                <a:solidFill>
                  <a:srgbClr val="7B7774"/>
                </a:solidFill>
              </a:defRPr>
            </a:lvl1pPr>
            <a:lvl2pPr algn="l">
              <a:defRPr sz="900" b="1" i="0">
                <a:solidFill>
                  <a:srgbClr val="7B7774"/>
                </a:solidFill>
              </a:defRPr>
            </a:lvl2pPr>
            <a:lvl3pPr algn="l">
              <a:defRPr sz="900" b="1" i="0">
                <a:solidFill>
                  <a:srgbClr val="7B7774"/>
                </a:solidFill>
              </a:defRPr>
            </a:lvl3pPr>
            <a:lvl4pPr algn="l">
              <a:defRPr sz="900" b="1" i="0">
                <a:solidFill>
                  <a:srgbClr val="7B7774"/>
                </a:solidFill>
              </a:defRPr>
            </a:lvl4pPr>
            <a:lvl5pPr algn="l">
              <a:defRPr sz="900" b="1" i="0">
                <a:solidFill>
                  <a:srgbClr val="7B7774"/>
                </a:solidFill>
              </a:defRPr>
            </a:lvl5pPr>
            <a:lvl6pPr algn="l">
              <a:defRPr sz="900" b="1" i="0">
                <a:solidFill>
                  <a:srgbClr val="7B7774"/>
                </a:solidFill>
              </a:defRPr>
            </a:lvl6pPr>
            <a:lvl7pPr algn="l">
              <a:defRPr sz="900" b="1" i="0">
                <a:solidFill>
                  <a:srgbClr val="7B7774"/>
                </a:solidFill>
              </a:defRPr>
            </a:lvl7pPr>
            <a:lvl8pPr algn="l">
              <a:defRPr sz="900" b="1" i="0">
                <a:solidFill>
                  <a:srgbClr val="7B7774"/>
                </a:solidFill>
              </a:defRPr>
            </a:lvl8pPr>
            <a:lvl9pPr algn="l">
              <a:defRPr sz="900" b="1" i="0">
                <a:solidFill>
                  <a:srgbClr val="7B7774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7B7774"/>
                </a:solidFill>
              </a:defRPr>
            </a:pPr>
            <a:r>
              <a:rPr sz="900" b="1" i="0">
                <a:solidFill>
                  <a:srgbClr val="7B7774"/>
                </a:solidFill>
              </a:rPr>
              <a:t>주제</a:t>
            </a:r>
          </a:p>
        </p:txBody>
      </p:sp>
      <p:sp>
        <p:nvSpPr>
          <p:cNvPr id="18" name="topic-filter-value">
            <a:extLst xmlns:a="http://schemas.openxmlformats.org/drawingml/2006/main">
              <a:ext uri="{FF2B5EF4-FFF2-40B4-BE49-F238E27FC236}">
                <a16:creationId xmlns:a16="http://schemas.microsoft.com/office/drawing/2014/main" id="{913D0124-5FEA-490F-BD87-7DAF8A91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48050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 i="0">
                <a:solidFill>
                  <a:srgbClr val="292A2C"/>
                </a:solidFill>
              </a:defRPr>
            </a:defPPr>
            <a:lvl1pPr algn="l">
              <a:defRPr sz="1275" b="1" i="0">
                <a:solidFill>
                  <a:srgbClr val="292A2C"/>
                </a:solidFill>
              </a:defRPr>
            </a:lvl1pPr>
            <a:lvl2pPr algn="l">
              <a:defRPr sz="1275" b="1" i="0">
                <a:solidFill>
                  <a:srgbClr val="292A2C"/>
                </a:solidFill>
              </a:defRPr>
            </a:lvl2pPr>
            <a:lvl3pPr algn="l">
              <a:defRPr sz="1275" b="1" i="0">
                <a:solidFill>
                  <a:srgbClr val="292A2C"/>
                </a:solidFill>
              </a:defRPr>
            </a:lvl3pPr>
            <a:lvl4pPr algn="l">
              <a:defRPr sz="1275" b="1" i="0">
                <a:solidFill>
                  <a:srgbClr val="292A2C"/>
                </a:solidFill>
              </a:defRPr>
            </a:lvl4pPr>
            <a:lvl5pPr algn="l">
              <a:defRPr sz="1275" b="1" i="0">
                <a:solidFill>
                  <a:srgbClr val="292A2C"/>
                </a:solidFill>
              </a:defRPr>
            </a:lvl5pPr>
            <a:lvl6pPr algn="l">
              <a:defRPr sz="1275" b="1" i="0">
                <a:solidFill>
                  <a:srgbClr val="292A2C"/>
                </a:solidFill>
              </a:defRPr>
            </a:lvl6pPr>
            <a:lvl7pPr algn="l">
              <a:defRPr sz="1275" b="1" i="0">
                <a:solidFill>
                  <a:srgbClr val="292A2C"/>
                </a:solidFill>
              </a:defRPr>
            </a:lvl7pPr>
            <a:lvl8pPr algn="l">
              <a:defRPr sz="1275" b="1" i="0">
                <a:solidFill>
                  <a:srgbClr val="292A2C"/>
                </a:solidFill>
              </a:defRPr>
            </a:lvl8pPr>
            <a:lvl9pPr algn="l">
              <a:defRPr sz="1275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92A2C"/>
                </a:solidFill>
              </a:defRPr>
            </a:pPr>
            <a:r>
              <a:rPr sz="1275" b="1" i="0">
                <a:solidFill>
                  <a:srgbClr val="292A2C"/>
                </a:solidFill>
              </a:rPr>
              <a:t>전체 주제    ⌄</a:t>
            </a:r>
          </a:p>
        </p:txBody>
      </p:sp>
      <p:sp>
        <p:nvSpPr>
          <p:cNvPr id="19" name="random-button">
            <a:extLst xmlns:a="http://schemas.openxmlformats.org/drawingml/2006/main">
              <a:ext uri="{FF2B5EF4-FFF2-40B4-BE49-F238E27FC236}">
                <a16:creationId xmlns:a16="http://schemas.microsoft.com/office/drawing/2014/main" id="{9229FD2C-A5C9-48E4-95AD-F04D1C57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6057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A9CFE1"/>
          </a:solidFill>
          <a:ln xmlns:a="http://schemas.openxmlformats.org/drawingml/2006/main" w="17145">
            <a:solidFill>
              <a:srgbClr val="3C3937"/>
            </a:solidFill>
            <a:prstDash val="solid"/>
          </a:ln>
        </p:spPr>
      </p:sp>
      <p:sp>
        <p:nvSpPr>
          <p:cNvPr id="20" name="random-button-symbol">
            <a:extLst xmlns:a="http://schemas.openxmlformats.org/drawingml/2006/main">
              <a:ext uri="{FF2B5EF4-FFF2-40B4-BE49-F238E27FC236}">
                <a16:creationId xmlns:a16="http://schemas.microsoft.com/office/drawing/2014/main" id="{23CBE974-B8F6-452E-A1C4-20E732BC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 i="0">
                <a:solidFill>
                  <a:srgbClr val="C65347"/>
                </a:solidFill>
              </a:defRPr>
            </a:defPPr>
            <a:lvl1pPr algn="ctr">
              <a:defRPr sz="2025" b="1" i="0">
                <a:solidFill>
                  <a:srgbClr val="C65347"/>
                </a:solidFill>
              </a:defRPr>
            </a:lvl1pPr>
            <a:lvl2pPr algn="ctr">
              <a:defRPr sz="2025" b="1" i="0">
                <a:solidFill>
                  <a:srgbClr val="C65347"/>
                </a:solidFill>
              </a:defRPr>
            </a:lvl2pPr>
            <a:lvl3pPr algn="ctr">
              <a:defRPr sz="2025" b="1" i="0">
                <a:solidFill>
                  <a:srgbClr val="C65347"/>
                </a:solidFill>
              </a:defRPr>
            </a:lvl3pPr>
            <a:lvl4pPr algn="ctr">
              <a:defRPr sz="2025" b="1" i="0">
                <a:solidFill>
                  <a:srgbClr val="C65347"/>
                </a:solidFill>
              </a:defRPr>
            </a:lvl4pPr>
            <a:lvl5pPr algn="ctr">
              <a:defRPr sz="2025" b="1" i="0">
                <a:solidFill>
                  <a:srgbClr val="C65347"/>
                </a:solidFill>
              </a:defRPr>
            </a:lvl5pPr>
            <a:lvl6pPr algn="ctr">
              <a:defRPr sz="2025" b="1" i="0">
                <a:solidFill>
                  <a:srgbClr val="C65347"/>
                </a:solidFill>
              </a:defRPr>
            </a:lvl6pPr>
            <a:lvl7pPr algn="ctr">
              <a:defRPr sz="2025" b="1" i="0">
                <a:solidFill>
                  <a:srgbClr val="C65347"/>
                </a:solidFill>
              </a:defRPr>
            </a:lvl7pPr>
            <a:lvl8pPr algn="ctr">
              <a:defRPr sz="2025" b="1" i="0">
                <a:solidFill>
                  <a:srgbClr val="C65347"/>
                </a:solidFill>
              </a:defRPr>
            </a:lvl8pPr>
            <a:lvl9pPr algn="ctr">
              <a:defRPr sz="2025" b="1" i="0">
                <a:solidFill>
                  <a:srgbClr val="C65347"/>
                </a:solidFill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C65347"/>
                </a:solidFill>
              </a:defRPr>
            </a:pPr>
            <a:r>
              <a:rPr sz="2025" b="1" i="0">
                <a:solidFill>
                  <a:srgbClr val="C65347"/>
                </a:solidFill>
              </a:rPr>
              <a:t>✦</a:t>
            </a:r>
          </a:p>
        </p:txBody>
      </p:sp>
      <p:sp>
        <p:nvSpPr>
          <p:cNvPr id="21" name="random-button-label">
            <a:extLst xmlns:a="http://schemas.openxmlformats.org/drawingml/2006/main">
              <a:ext uri="{FF2B5EF4-FFF2-40B4-BE49-F238E27FC236}">
                <a16:creationId xmlns:a16="http://schemas.microsoft.com/office/drawing/2014/main" id="{0BFEB434-3878-4D7A-B7E8-D4A95967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 i="0">
                <a:solidFill>
                  <a:srgbClr val="292A2C"/>
                </a:solidFill>
              </a:defRPr>
            </a:defPPr>
            <a:lvl1pPr algn="l">
              <a:defRPr sz="1500" b="1" i="0">
                <a:solidFill>
                  <a:srgbClr val="292A2C"/>
                </a:solidFill>
              </a:defRPr>
            </a:lvl1pPr>
            <a:lvl2pPr algn="l">
              <a:defRPr sz="1500" b="1" i="0">
                <a:solidFill>
                  <a:srgbClr val="292A2C"/>
                </a:solidFill>
              </a:defRPr>
            </a:lvl2pPr>
            <a:lvl3pPr algn="l">
              <a:defRPr sz="1500" b="1" i="0">
                <a:solidFill>
                  <a:srgbClr val="292A2C"/>
                </a:solidFill>
              </a:defRPr>
            </a:lvl3pPr>
            <a:lvl4pPr algn="l">
              <a:defRPr sz="1500" b="1" i="0">
                <a:solidFill>
                  <a:srgbClr val="292A2C"/>
                </a:solidFill>
              </a:defRPr>
            </a:lvl4pPr>
            <a:lvl5pPr algn="l">
              <a:defRPr sz="1500" b="1" i="0">
                <a:solidFill>
                  <a:srgbClr val="292A2C"/>
                </a:solidFill>
              </a:defRPr>
            </a:lvl5pPr>
            <a:lvl6pPr algn="l">
              <a:defRPr sz="1500" b="1" i="0">
                <a:solidFill>
                  <a:srgbClr val="292A2C"/>
                </a:solidFill>
              </a:defRPr>
            </a:lvl6pPr>
            <a:lvl7pPr algn="l">
              <a:defRPr sz="1500" b="1" i="0">
                <a:solidFill>
                  <a:srgbClr val="292A2C"/>
                </a:solidFill>
              </a:defRPr>
            </a:lvl7pPr>
            <a:lvl8pPr algn="l">
              <a:defRPr sz="1500" b="1" i="0">
                <a:solidFill>
                  <a:srgbClr val="292A2C"/>
                </a:solidFill>
              </a:defRPr>
            </a:lvl8pPr>
            <a:lvl9pPr algn="l">
              <a:defRPr sz="1500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92A2C"/>
                </a:solidFill>
              </a:defRPr>
            </a:pPr>
            <a:r>
              <a:rPr sz="1500" b="1" i="0">
                <a:solidFill>
                  <a:srgbClr val="292A2C"/>
                </a:solidFill>
              </a:rPr>
              <a:t>새로운 질문 뽑기</a:t>
            </a:r>
          </a:p>
        </p:txBody>
      </p:sp>
      <p:sp>
        <p:nvSpPr>
          <p:cNvPr id="22" name="random-button-arrow">
            <a:extLst xmlns:a="http://schemas.openxmlformats.org/drawingml/2006/main">
              <a:ext uri="{FF2B5EF4-FFF2-40B4-BE49-F238E27FC236}">
                <a16:creationId xmlns:a16="http://schemas.microsoft.com/office/drawing/2014/main" id="{268957B6-D859-4C37-84E8-101BB740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4812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 i="0">
                <a:solidFill>
                  <a:srgbClr val="292A2C"/>
                </a:solidFill>
              </a:defRPr>
            </a:defPPr>
            <a:lvl1pPr algn="ctr">
              <a:defRPr sz="1725" b="1" i="0">
                <a:solidFill>
                  <a:srgbClr val="292A2C"/>
                </a:solidFill>
              </a:defRPr>
            </a:lvl1pPr>
            <a:lvl2pPr algn="ctr">
              <a:defRPr sz="1725" b="1" i="0">
                <a:solidFill>
                  <a:srgbClr val="292A2C"/>
                </a:solidFill>
              </a:defRPr>
            </a:lvl2pPr>
            <a:lvl3pPr algn="ctr">
              <a:defRPr sz="1725" b="1" i="0">
                <a:solidFill>
                  <a:srgbClr val="292A2C"/>
                </a:solidFill>
              </a:defRPr>
            </a:lvl3pPr>
            <a:lvl4pPr algn="ctr">
              <a:defRPr sz="1725" b="1" i="0">
                <a:solidFill>
                  <a:srgbClr val="292A2C"/>
                </a:solidFill>
              </a:defRPr>
            </a:lvl4pPr>
            <a:lvl5pPr algn="ctr">
              <a:defRPr sz="1725" b="1" i="0">
                <a:solidFill>
                  <a:srgbClr val="292A2C"/>
                </a:solidFill>
              </a:defRPr>
            </a:lvl5pPr>
            <a:lvl6pPr algn="ctr">
              <a:defRPr sz="1725" b="1" i="0">
                <a:solidFill>
                  <a:srgbClr val="292A2C"/>
                </a:solidFill>
              </a:defRPr>
            </a:lvl6pPr>
            <a:lvl7pPr algn="ctr">
              <a:defRPr sz="1725" b="1" i="0">
                <a:solidFill>
                  <a:srgbClr val="292A2C"/>
                </a:solidFill>
              </a:defRPr>
            </a:lvl7pPr>
            <a:lvl8pPr algn="ctr">
              <a:defRPr sz="1725" b="1" i="0">
                <a:solidFill>
                  <a:srgbClr val="292A2C"/>
                </a:solidFill>
              </a:defRPr>
            </a:lvl8pPr>
            <a:lvl9pPr algn="ctr">
              <a:defRPr sz="1725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ctr">
              <a:defRPr sz="1725" b="1" i="0">
                <a:solidFill>
                  <a:srgbClr val="292A2C"/>
                </a:solidFill>
              </a:defRPr>
            </a:pPr>
            <a:r>
              <a:rPr sz="1725" b="1" i="0">
                <a:solidFill>
                  <a:srgbClr val="292A2C"/>
                </a:solidFill>
              </a:rPr>
              <a:t>↗</a:t>
            </a:r>
          </a:p>
        </p:txBody>
      </p:sp>
      <p:sp>
        <p:nvSpPr>
          <p:cNvPr id="23" name="question-paper">
            <a:extLst xmlns:a="http://schemas.openxmlformats.org/drawingml/2006/main">
              <a:ext uri="{FF2B5EF4-FFF2-40B4-BE49-F238E27FC236}">
                <a16:creationId xmlns:a16="http://schemas.microsoft.com/office/drawing/2014/main" id="{A34C48B1-3404-4606-84C9-9E5A192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60579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19050">
            <a:solidFill>
              <a:srgbClr val="3C3937"/>
            </a:solidFill>
            <a:prstDash val="solid"/>
          </a:ln>
        </p:spPr>
      </p:sp>
      <p:sp>
        <p:nvSpPr>
          <p:cNvPr id="24" name="paper-top-strip">
            <a:extLst xmlns:a="http://schemas.openxmlformats.org/drawingml/2006/main">
              <a:ext uri="{FF2B5EF4-FFF2-40B4-BE49-F238E27FC236}">
                <a16:creationId xmlns:a16="http://schemas.microsoft.com/office/drawing/2014/main" id="{E2B4D2F9-D9C4-4A94-8676-C3AB521C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60579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49C"/>
          </a:solidFill>
          <a:ln xmlns:a="http://schemas.openxmlformats.org/drawingml/2006/main" w="11430">
            <a:solidFill>
              <a:srgbClr val="3C3937"/>
            </a:solidFill>
            <a:prstDash val="solid"/>
          </a:ln>
        </p:spPr>
      </p:sp>
      <p:sp>
        <p:nvSpPr>
          <p:cNvPr id="25" name="paper-serial">
            <a:extLst xmlns:a="http://schemas.openxmlformats.org/drawingml/2006/main">
              <a:ext uri="{FF2B5EF4-FFF2-40B4-BE49-F238E27FC236}">
                <a16:creationId xmlns:a16="http://schemas.microsoft.com/office/drawing/2014/main" id="{BDC4DA99-BDE5-4F29-9A8A-A21CD7EF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86325"/>
            <a:ext cx="223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 i="0">
                <a:solidFill>
                  <a:srgbClr val="292A2C"/>
                </a:solidFill>
              </a:defRPr>
            </a:defPPr>
            <a:lvl1pPr algn="l">
              <a:defRPr sz="975" b="1" i="0">
                <a:solidFill>
                  <a:srgbClr val="292A2C"/>
                </a:solidFill>
              </a:defRPr>
            </a:lvl1pPr>
            <a:lvl2pPr algn="l">
              <a:defRPr sz="975" b="1" i="0">
                <a:solidFill>
                  <a:srgbClr val="292A2C"/>
                </a:solidFill>
              </a:defRPr>
            </a:lvl2pPr>
            <a:lvl3pPr algn="l">
              <a:defRPr sz="975" b="1" i="0">
                <a:solidFill>
                  <a:srgbClr val="292A2C"/>
                </a:solidFill>
              </a:defRPr>
            </a:lvl3pPr>
            <a:lvl4pPr algn="l">
              <a:defRPr sz="975" b="1" i="0">
                <a:solidFill>
                  <a:srgbClr val="292A2C"/>
                </a:solidFill>
              </a:defRPr>
            </a:lvl4pPr>
            <a:lvl5pPr algn="l">
              <a:defRPr sz="975" b="1" i="0">
                <a:solidFill>
                  <a:srgbClr val="292A2C"/>
                </a:solidFill>
              </a:defRPr>
            </a:lvl5pPr>
            <a:lvl6pPr algn="l">
              <a:defRPr sz="975" b="1" i="0">
                <a:solidFill>
                  <a:srgbClr val="292A2C"/>
                </a:solidFill>
              </a:defRPr>
            </a:lvl6pPr>
            <a:lvl7pPr algn="l">
              <a:defRPr sz="975" b="1" i="0">
                <a:solidFill>
                  <a:srgbClr val="292A2C"/>
                </a:solidFill>
              </a:defRPr>
            </a:lvl7pPr>
            <a:lvl8pPr algn="l">
              <a:defRPr sz="975" b="1" i="0">
                <a:solidFill>
                  <a:srgbClr val="292A2C"/>
                </a:solidFill>
              </a:defRPr>
            </a:lvl8pPr>
            <a:lvl9pPr algn="l">
              <a:defRPr sz="975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292A2C"/>
                </a:solidFill>
              </a:defRPr>
            </a:pPr>
            <a:r>
              <a:rPr sz="975" b="1" i="0">
                <a:solidFill>
                  <a:srgbClr val="292A2C"/>
                </a:solidFill>
              </a:rPr>
              <a:t>OPIC PRACTICE</a:t>
            </a:r>
          </a:p>
        </p:txBody>
      </p:sp>
      <p:sp>
        <p:nvSpPr>
          <p:cNvPr id="26" name="question-number">
            <a:extLst xmlns:a="http://schemas.openxmlformats.org/drawingml/2006/main">
              <a:ext uri="{FF2B5EF4-FFF2-40B4-BE49-F238E27FC236}">
                <a16:creationId xmlns:a16="http://schemas.microsoft.com/office/drawing/2014/main" id="{C18E38DA-4AD8-405E-9D63-2BCB623E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88632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 i="0">
                <a:solidFill>
                  <a:srgbClr val="292A2C"/>
                </a:solidFill>
              </a:defRPr>
            </a:defPPr>
            <a:lvl1pPr algn="r">
              <a:defRPr sz="1050" b="1" i="0">
                <a:solidFill>
                  <a:srgbClr val="292A2C"/>
                </a:solidFill>
              </a:defRPr>
            </a:lvl1pPr>
            <a:lvl2pPr algn="r">
              <a:defRPr sz="1050" b="1" i="0">
                <a:solidFill>
                  <a:srgbClr val="292A2C"/>
                </a:solidFill>
              </a:defRPr>
            </a:lvl2pPr>
            <a:lvl3pPr algn="r">
              <a:defRPr sz="1050" b="1" i="0">
                <a:solidFill>
                  <a:srgbClr val="292A2C"/>
                </a:solidFill>
              </a:defRPr>
            </a:lvl3pPr>
            <a:lvl4pPr algn="r">
              <a:defRPr sz="1050" b="1" i="0">
                <a:solidFill>
                  <a:srgbClr val="292A2C"/>
                </a:solidFill>
              </a:defRPr>
            </a:lvl4pPr>
            <a:lvl5pPr algn="r">
              <a:defRPr sz="1050" b="1" i="0">
                <a:solidFill>
                  <a:srgbClr val="292A2C"/>
                </a:solidFill>
              </a:defRPr>
            </a:lvl5pPr>
            <a:lvl6pPr algn="r">
              <a:defRPr sz="1050" b="1" i="0">
                <a:solidFill>
                  <a:srgbClr val="292A2C"/>
                </a:solidFill>
              </a:defRPr>
            </a:lvl6pPr>
            <a:lvl7pPr algn="r">
              <a:defRPr sz="1050" b="1" i="0">
                <a:solidFill>
                  <a:srgbClr val="292A2C"/>
                </a:solidFill>
              </a:defRPr>
            </a:lvl7pPr>
            <a:lvl8pPr algn="r">
              <a:defRPr sz="1050" b="1" i="0">
                <a:solidFill>
                  <a:srgbClr val="292A2C"/>
                </a:solidFill>
              </a:defRPr>
            </a:lvl8pPr>
            <a:lvl9pPr algn="r">
              <a:defRPr sz="1050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r">
              <a:defRPr sz="1050" b="1" i="0">
                <a:solidFill>
                  <a:srgbClr val="292A2C"/>
                </a:solidFill>
              </a:defRPr>
            </a:pPr>
            <a:r>
              <a:rPr sz="1050" b="1" i="0">
                <a:solidFill>
                  <a:srgbClr val="292A2C"/>
                </a:solidFill>
              </a:rPr>
              <a:t>01 / 64</a:t>
            </a:r>
          </a:p>
        </p:txBody>
      </p:sp>
      <p:sp>
        <p:nvSpPr>
          <p:cNvPr id="27" name="topic-tag">
            <a:extLst xmlns:a="http://schemas.openxmlformats.org/drawingml/2006/main">
              <a:ext uri="{FF2B5EF4-FFF2-40B4-BE49-F238E27FC236}">
                <a16:creationId xmlns:a16="http://schemas.microsoft.com/office/drawing/2014/main" id="{08770C2E-5E6E-4D0A-9174-2B23EE60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29250"/>
            <a:ext cx="857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6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opic-tag-text">
            <a:extLst xmlns:a="http://schemas.openxmlformats.org/drawingml/2006/main">
              <a:ext uri="{FF2B5EF4-FFF2-40B4-BE49-F238E27FC236}">
                <a16:creationId xmlns:a16="http://schemas.microsoft.com/office/drawing/2014/main" id="{85710915-EAE5-48D9-857B-603D7879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768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 i="0">
                <a:solidFill>
                  <a:srgbClr val="C65347"/>
                </a:solidFill>
              </a:defRPr>
            </a:defPPr>
            <a:lvl1pPr algn="ctr">
              <a:defRPr sz="1050" b="1" i="0">
                <a:solidFill>
                  <a:srgbClr val="C65347"/>
                </a:solidFill>
              </a:defRPr>
            </a:lvl1pPr>
            <a:lvl2pPr algn="ctr">
              <a:defRPr sz="1050" b="1" i="0">
                <a:solidFill>
                  <a:srgbClr val="C65347"/>
                </a:solidFill>
              </a:defRPr>
            </a:lvl2pPr>
            <a:lvl3pPr algn="ctr">
              <a:defRPr sz="1050" b="1" i="0">
                <a:solidFill>
                  <a:srgbClr val="C65347"/>
                </a:solidFill>
              </a:defRPr>
            </a:lvl3pPr>
            <a:lvl4pPr algn="ctr">
              <a:defRPr sz="1050" b="1" i="0">
                <a:solidFill>
                  <a:srgbClr val="C65347"/>
                </a:solidFill>
              </a:defRPr>
            </a:lvl4pPr>
            <a:lvl5pPr algn="ctr">
              <a:defRPr sz="1050" b="1" i="0">
                <a:solidFill>
                  <a:srgbClr val="C65347"/>
                </a:solidFill>
              </a:defRPr>
            </a:lvl5pPr>
            <a:lvl6pPr algn="ctr">
              <a:defRPr sz="1050" b="1" i="0">
                <a:solidFill>
                  <a:srgbClr val="C65347"/>
                </a:solidFill>
              </a:defRPr>
            </a:lvl6pPr>
            <a:lvl7pPr algn="ctr">
              <a:defRPr sz="1050" b="1" i="0">
                <a:solidFill>
                  <a:srgbClr val="C65347"/>
                </a:solidFill>
              </a:defRPr>
            </a:lvl7pPr>
            <a:lvl8pPr algn="ctr">
              <a:defRPr sz="1050" b="1" i="0">
                <a:solidFill>
                  <a:srgbClr val="C65347"/>
                </a:solidFill>
              </a:defRPr>
            </a:lvl8pPr>
            <a:lvl9pPr algn="ctr">
              <a:defRPr sz="1050" b="1" i="0">
                <a:solidFill>
                  <a:srgbClr val="C65347"/>
                </a:solidFill>
              </a:defRPr>
            </a:lvl9pPr>
          </a:lstStyle>
          <a:p xmlns:a="http://schemas.openxmlformats.org/drawingml/2006/main">
            <a:pPr algn="ctr">
              <a:defRPr sz="1050" b="1" i="0">
                <a:solidFill>
                  <a:srgbClr val="C65347"/>
                </a:solidFill>
              </a:defRPr>
            </a:pPr>
            <a:r>
              <a:rPr sz="1050" b="1" i="0">
                <a:solidFill>
                  <a:srgbClr val="C65347"/>
                </a:solidFill>
              </a:rPr>
              <a:t>카페</a:t>
            </a:r>
          </a:p>
        </p:txBody>
      </p:sp>
      <p:sp>
        <p:nvSpPr>
          <p:cNvPr id="29" name="type-tag">
            <a:extLst xmlns:a="http://schemas.openxmlformats.org/drawingml/2006/main">
              <a:ext uri="{FF2B5EF4-FFF2-40B4-BE49-F238E27FC236}">
                <a16:creationId xmlns:a16="http://schemas.microsoft.com/office/drawing/2014/main" id="{90450757-4D59-4BAA-8F0C-2FAD1DEC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1400175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9E8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ype-tag-text">
            <a:extLst xmlns:a="http://schemas.openxmlformats.org/drawingml/2006/main">
              <a:ext uri="{FF2B5EF4-FFF2-40B4-BE49-F238E27FC236}">
                <a16:creationId xmlns:a16="http://schemas.microsoft.com/office/drawing/2014/main" id="{F88B00DB-517A-441D-AAE1-1BF32A8D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5476875"/>
            <a:ext cx="1228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 i="0">
                <a:solidFill>
                  <a:srgbClr val="4D7250"/>
                </a:solidFill>
              </a:defRPr>
            </a:defPPr>
            <a:lvl1pPr algn="ctr">
              <a:defRPr sz="975" b="1" i="0">
                <a:solidFill>
                  <a:srgbClr val="4D7250"/>
                </a:solidFill>
              </a:defRPr>
            </a:lvl1pPr>
            <a:lvl2pPr algn="ctr">
              <a:defRPr sz="975" b="1" i="0">
                <a:solidFill>
                  <a:srgbClr val="4D7250"/>
                </a:solidFill>
              </a:defRPr>
            </a:lvl2pPr>
            <a:lvl3pPr algn="ctr">
              <a:defRPr sz="975" b="1" i="0">
                <a:solidFill>
                  <a:srgbClr val="4D7250"/>
                </a:solidFill>
              </a:defRPr>
            </a:lvl3pPr>
            <a:lvl4pPr algn="ctr">
              <a:defRPr sz="975" b="1" i="0">
                <a:solidFill>
                  <a:srgbClr val="4D7250"/>
                </a:solidFill>
              </a:defRPr>
            </a:lvl4pPr>
            <a:lvl5pPr algn="ctr">
              <a:defRPr sz="975" b="1" i="0">
                <a:solidFill>
                  <a:srgbClr val="4D7250"/>
                </a:solidFill>
              </a:defRPr>
            </a:lvl5pPr>
            <a:lvl6pPr algn="ctr">
              <a:defRPr sz="975" b="1" i="0">
                <a:solidFill>
                  <a:srgbClr val="4D7250"/>
                </a:solidFill>
              </a:defRPr>
            </a:lvl6pPr>
            <a:lvl7pPr algn="ctr">
              <a:defRPr sz="975" b="1" i="0">
                <a:solidFill>
                  <a:srgbClr val="4D7250"/>
                </a:solidFill>
              </a:defRPr>
            </a:lvl7pPr>
            <a:lvl8pPr algn="ctr">
              <a:defRPr sz="975" b="1" i="0">
                <a:solidFill>
                  <a:srgbClr val="4D7250"/>
                </a:solidFill>
              </a:defRPr>
            </a:lvl8pPr>
            <a:lvl9pPr algn="ctr">
              <a:defRPr sz="975" b="1" i="0">
                <a:solidFill>
                  <a:srgbClr val="4D7250"/>
                </a:solidFill>
              </a:defRPr>
            </a:lvl9pPr>
          </a:lstStyle>
          <a:p xmlns:a="http://schemas.openxmlformats.org/drawingml/2006/main">
            <a:pPr algn="ctr">
              <a:defRPr sz="975" b="1" i="0">
                <a:solidFill>
                  <a:srgbClr val="4D7250"/>
                </a:solidFill>
              </a:defRPr>
            </a:pPr>
            <a:r>
              <a:rPr sz="975" b="1" i="0">
                <a:solidFill>
                  <a:srgbClr val="4D7250"/>
                </a:solidFill>
              </a:rPr>
              <a:t>현재 묘사</a:t>
            </a:r>
          </a:p>
        </p:txBody>
      </p:sp>
      <p:sp>
        <p:nvSpPr>
          <p:cNvPr id="31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9F9A4535-E8AF-4348-AF41-03E1B26F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905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C65347"/>
                </a:solidFill>
              </a:defRPr>
            </a:defPPr>
            <a:lvl1pPr algn="l">
              <a:defRPr sz="900" b="1" i="0">
                <a:solidFill>
                  <a:srgbClr val="C65347"/>
                </a:solidFill>
              </a:defRPr>
            </a:lvl1pPr>
            <a:lvl2pPr algn="l">
              <a:defRPr sz="900" b="1" i="0">
                <a:solidFill>
                  <a:srgbClr val="C65347"/>
                </a:solidFill>
              </a:defRPr>
            </a:lvl2pPr>
            <a:lvl3pPr algn="l">
              <a:defRPr sz="900" b="1" i="0">
                <a:solidFill>
                  <a:srgbClr val="C65347"/>
                </a:solidFill>
              </a:defRPr>
            </a:lvl3pPr>
            <a:lvl4pPr algn="l">
              <a:defRPr sz="900" b="1" i="0">
                <a:solidFill>
                  <a:srgbClr val="C65347"/>
                </a:solidFill>
              </a:defRPr>
            </a:lvl4pPr>
            <a:lvl5pPr algn="l">
              <a:defRPr sz="900" b="1" i="0">
                <a:solidFill>
                  <a:srgbClr val="C65347"/>
                </a:solidFill>
              </a:defRPr>
            </a:lvl5pPr>
            <a:lvl6pPr algn="l">
              <a:defRPr sz="900" b="1" i="0">
                <a:solidFill>
                  <a:srgbClr val="C65347"/>
                </a:solidFill>
              </a:defRPr>
            </a:lvl6pPr>
            <a:lvl7pPr algn="l">
              <a:defRPr sz="900" b="1" i="0">
                <a:solidFill>
                  <a:srgbClr val="C65347"/>
                </a:solidFill>
              </a:defRPr>
            </a:lvl7pPr>
            <a:lvl8pPr algn="l">
              <a:defRPr sz="900" b="1" i="0">
                <a:solidFill>
                  <a:srgbClr val="C65347"/>
                </a:solidFill>
              </a:defRPr>
            </a:lvl8pPr>
            <a:lvl9pPr algn="l">
              <a:defRPr sz="900" b="1" i="0">
                <a:solidFill>
                  <a:srgbClr val="C65347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C65347"/>
                </a:solidFill>
              </a:defRPr>
            </a:pPr>
            <a:r>
              <a:rPr sz="900" b="1" i="0">
                <a:solidFill>
                  <a:srgbClr val="C65347"/>
                </a:solidFill>
              </a:rPr>
              <a:t>QUESTION</a:t>
            </a:r>
          </a:p>
        </p:txBody>
      </p:sp>
      <p:sp>
        <p:nvSpPr>
          <p:cNvPr id="32" name="question-prompt">
            <a:extLst xmlns:a="http://schemas.openxmlformats.org/drawingml/2006/main">
              <a:ext uri="{FF2B5EF4-FFF2-40B4-BE49-F238E27FC236}">
                <a16:creationId xmlns:a16="http://schemas.microsoft.com/office/drawing/2014/main" id="{79258DEC-EBFE-4634-A3B2-BE919917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162675"/>
            <a:ext cx="5372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 i="0">
                <a:solidFill>
                  <a:srgbClr val="292A2C"/>
                </a:solidFill>
              </a:defRPr>
            </a:defPPr>
            <a:lvl1pPr algn="l">
              <a:defRPr sz="1725" b="1" i="0">
                <a:solidFill>
                  <a:srgbClr val="292A2C"/>
                </a:solidFill>
              </a:defRPr>
            </a:lvl1pPr>
            <a:lvl2pPr algn="l">
              <a:defRPr sz="1725" b="1" i="0">
                <a:solidFill>
                  <a:srgbClr val="292A2C"/>
                </a:solidFill>
              </a:defRPr>
            </a:lvl2pPr>
            <a:lvl3pPr algn="l">
              <a:defRPr sz="1725" b="1" i="0">
                <a:solidFill>
                  <a:srgbClr val="292A2C"/>
                </a:solidFill>
              </a:defRPr>
            </a:lvl3pPr>
            <a:lvl4pPr algn="l">
              <a:defRPr sz="1725" b="1" i="0">
                <a:solidFill>
                  <a:srgbClr val="292A2C"/>
                </a:solidFill>
              </a:defRPr>
            </a:lvl4pPr>
            <a:lvl5pPr algn="l">
              <a:defRPr sz="1725" b="1" i="0">
                <a:solidFill>
                  <a:srgbClr val="292A2C"/>
                </a:solidFill>
              </a:defRPr>
            </a:lvl5pPr>
            <a:lvl6pPr algn="l">
              <a:defRPr sz="1725" b="1" i="0">
                <a:solidFill>
                  <a:srgbClr val="292A2C"/>
                </a:solidFill>
              </a:defRPr>
            </a:lvl6pPr>
            <a:lvl7pPr algn="l">
              <a:defRPr sz="1725" b="1" i="0">
                <a:solidFill>
                  <a:srgbClr val="292A2C"/>
                </a:solidFill>
              </a:defRPr>
            </a:lvl7pPr>
            <a:lvl8pPr algn="l">
              <a:defRPr sz="1725" b="1" i="0">
                <a:solidFill>
                  <a:srgbClr val="292A2C"/>
                </a:solidFill>
              </a:defRPr>
            </a:lvl8pPr>
            <a:lvl9pPr algn="l">
              <a:defRPr sz="1725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92A2C"/>
                </a:solidFill>
              </a:defRPr>
            </a:pPr>
            <a:r>
              <a:rPr sz="1725" b="1" i="0">
                <a:solidFill>
                  <a:srgbClr val="292A2C"/>
                </a:solidFill>
              </a:rPr>
              <a:t>Describe a café you like.</a:t>
            </a:r>
          </a:p>
          <a:p xmlns:a="http://schemas.openxmlformats.org/drawingml/2006/main">
            <a:pPr algn="l">
              <a:defRPr sz="1725" b="1" i="0">
                <a:solidFill>
                  <a:srgbClr val="292A2C"/>
                </a:solidFill>
              </a:defRPr>
            </a:pPr>
            <a:r>
              <a:rPr sz="1725" b="1" i="0">
                <a:solidFill>
                  <a:srgbClr val="292A2C"/>
                </a:solidFill>
              </a:rPr>
              <a:t>What does it look like, and what do you enjoy about its atmosphere?</a:t>
            </a:r>
          </a:p>
        </p:txBody>
      </p:sp>
      <p:sp>
        <p:nvSpPr>
          <p:cNvPr id="33" name="question-separator">
            <a:extLst xmlns:a="http://schemas.openxmlformats.org/drawingml/2006/main">
              <a:ext uri="{FF2B5EF4-FFF2-40B4-BE49-F238E27FC236}">
                <a16:creationId xmlns:a16="http://schemas.microsoft.com/office/drawing/2014/main" id="{C616AF87-5A4E-48E4-9FD8-2E718FA6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200900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listen-button">
            <a:extLst xmlns:a="http://schemas.openxmlformats.org/drawingml/2006/main">
              <a:ext uri="{FF2B5EF4-FFF2-40B4-BE49-F238E27FC236}">
                <a16:creationId xmlns:a16="http://schemas.microsoft.com/office/drawing/2014/main" id="{7AFDCD29-6619-48B0-AF12-6720EA57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391400"/>
            <a:ext cx="2076450" cy="466725"/>
          </a:xfrm>
          <a:prstGeom xmlns:a="http://schemas.openxmlformats.org/drawingml/2006/main" prst="roundRect">
            <a:avLst>
              <a:gd name="adj" fmla="val 1632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A9CFE1"/>
            </a:solidFill>
            <a:prstDash val="solid"/>
          </a:ln>
        </p:spPr>
      </p:sp>
      <p:sp>
        <p:nvSpPr>
          <p:cNvPr id="35" name="listen-icon">
            <a:extLst xmlns:a="http://schemas.openxmlformats.org/drawingml/2006/main">
              <a:ext uri="{FF2B5EF4-FFF2-40B4-BE49-F238E27FC236}">
                <a16:creationId xmlns:a16="http://schemas.microsoft.com/office/drawing/2014/main" id="{F39355FD-E7B9-44E0-A878-E3A1F136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439025"/>
            <a:ext cx="28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 i="0">
                <a:solidFill>
                  <a:srgbClr val="467F9B"/>
                </a:solidFill>
              </a:defRPr>
            </a:defPPr>
            <a:lvl1pPr algn="ctr">
              <a:defRPr sz="1275" b="1" i="0">
                <a:solidFill>
                  <a:srgbClr val="467F9B"/>
                </a:solidFill>
              </a:defRPr>
            </a:lvl1pPr>
            <a:lvl2pPr algn="ctr">
              <a:defRPr sz="1275" b="1" i="0">
                <a:solidFill>
                  <a:srgbClr val="467F9B"/>
                </a:solidFill>
              </a:defRPr>
            </a:lvl2pPr>
            <a:lvl3pPr algn="ctr">
              <a:defRPr sz="1275" b="1" i="0">
                <a:solidFill>
                  <a:srgbClr val="467F9B"/>
                </a:solidFill>
              </a:defRPr>
            </a:lvl3pPr>
            <a:lvl4pPr algn="ctr">
              <a:defRPr sz="1275" b="1" i="0">
                <a:solidFill>
                  <a:srgbClr val="467F9B"/>
                </a:solidFill>
              </a:defRPr>
            </a:lvl4pPr>
            <a:lvl5pPr algn="ctr">
              <a:defRPr sz="1275" b="1" i="0">
                <a:solidFill>
                  <a:srgbClr val="467F9B"/>
                </a:solidFill>
              </a:defRPr>
            </a:lvl5pPr>
            <a:lvl6pPr algn="ctr">
              <a:defRPr sz="1275" b="1" i="0">
                <a:solidFill>
                  <a:srgbClr val="467F9B"/>
                </a:solidFill>
              </a:defRPr>
            </a:lvl6pPr>
            <a:lvl7pPr algn="ctr">
              <a:defRPr sz="1275" b="1" i="0">
                <a:solidFill>
                  <a:srgbClr val="467F9B"/>
                </a:solidFill>
              </a:defRPr>
            </a:lvl7pPr>
            <a:lvl8pPr algn="ctr">
              <a:defRPr sz="1275" b="1" i="0">
                <a:solidFill>
                  <a:srgbClr val="467F9B"/>
                </a:solidFill>
              </a:defRPr>
            </a:lvl8pPr>
            <a:lvl9pPr algn="ctr">
              <a:defRPr sz="1275" b="1" i="0">
                <a:solidFill>
                  <a:srgbClr val="467F9B"/>
                </a:solidFill>
              </a:defRPr>
            </a:lvl9pPr>
          </a:lstStyle>
          <a:p xmlns:a="http://schemas.openxmlformats.org/drawingml/2006/main">
            <a:pPr algn="ctr">
              <a:defRPr sz="1275" b="1" i="0">
                <a:solidFill>
                  <a:srgbClr val="467F9B"/>
                </a:solidFill>
              </a:defRPr>
            </a:pPr>
            <a:r>
              <a:rPr sz="1275" b="1" i="0">
                <a:solidFill>
                  <a:srgbClr val="467F9B"/>
                </a:solidFill>
              </a:rPr>
              <a:t>▷</a:t>
            </a:r>
          </a:p>
        </p:txBody>
      </p:sp>
      <p:sp>
        <p:nvSpPr>
          <p:cNvPr id="36" name="listen-label">
            <a:extLst xmlns:a="http://schemas.openxmlformats.org/drawingml/2006/main">
              <a:ext uri="{FF2B5EF4-FFF2-40B4-BE49-F238E27FC236}">
                <a16:creationId xmlns:a16="http://schemas.microsoft.com/office/drawing/2014/main" id="{43258F65-7358-4C46-9147-CB501954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43902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 i="0">
                <a:solidFill>
                  <a:srgbClr val="467F9B"/>
                </a:solidFill>
              </a:defRPr>
            </a:defPPr>
            <a:lvl1pPr algn="l">
              <a:defRPr sz="1125" b="1" i="0">
                <a:solidFill>
                  <a:srgbClr val="467F9B"/>
                </a:solidFill>
              </a:defRPr>
            </a:lvl1pPr>
            <a:lvl2pPr algn="l">
              <a:defRPr sz="1125" b="1" i="0">
                <a:solidFill>
                  <a:srgbClr val="467F9B"/>
                </a:solidFill>
              </a:defRPr>
            </a:lvl2pPr>
            <a:lvl3pPr algn="l">
              <a:defRPr sz="1125" b="1" i="0">
                <a:solidFill>
                  <a:srgbClr val="467F9B"/>
                </a:solidFill>
              </a:defRPr>
            </a:lvl3pPr>
            <a:lvl4pPr algn="l">
              <a:defRPr sz="1125" b="1" i="0">
                <a:solidFill>
                  <a:srgbClr val="467F9B"/>
                </a:solidFill>
              </a:defRPr>
            </a:lvl4pPr>
            <a:lvl5pPr algn="l">
              <a:defRPr sz="1125" b="1" i="0">
                <a:solidFill>
                  <a:srgbClr val="467F9B"/>
                </a:solidFill>
              </a:defRPr>
            </a:lvl5pPr>
            <a:lvl6pPr algn="l">
              <a:defRPr sz="1125" b="1" i="0">
                <a:solidFill>
                  <a:srgbClr val="467F9B"/>
                </a:solidFill>
              </a:defRPr>
            </a:lvl6pPr>
            <a:lvl7pPr algn="l">
              <a:defRPr sz="1125" b="1" i="0">
                <a:solidFill>
                  <a:srgbClr val="467F9B"/>
                </a:solidFill>
              </a:defRPr>
            </a:lvl7pPr>
            <a:lvl8pPr algn="l">
              <a:defRPr sz="1125" b="1" i="0">
                <a:solidFill>
                  <a:srgbClr val="467F9B"/>
                </a:solidFill>
              </a:defRPr>
            </a:lvl8pPr>
            <a:lvl9pPr algn="l">
              <a:defRPr sz="1125" b="1" i="0">
                <a:solidFill>
                  <a:srgbClr val="467F9B"/>
                </a:solidFill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467F9B"/>
                </a:solidFill>
              </a:defRPr>
            </a:pPr>
            <a:r>
              <a:rPr sz="1125" b="1" i="0">
                <a:solidFill>
                  <a:srgbClr val="467F9B"/>
                </a:solidFill>
              </a:rPr>
              <a:t>질문 듣기</a:t>
            </a:r>
          </a:p>
        </p:txBody>
      </p:sp>
      <p:sp>
        <p:nvSpPr>
          <p:cNvPr id="37" name="translation-label">
            <a:extLst xmlns:a="http://schemas.openxmlformats.org/drawingml/2006/main">
              <a:ext uri="{FF2B5EF4-FFF2-40B4-BE49-F238E27FC236}">
                <a16:creationId xmlns:a16="http://schemas.microsoft.com/office/drawing/2014/main" id="{82BB1E36-2253-4D5A-9141-F42E240A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7439025"/>
            <a:ext cx="1695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 i="0">
                <a:solidFill>
                  <a:srgbClr val="7B7774"/>
                </a:solidFill>
              </a:defRPr>
            </a:defPPr>
            <a:lvl1pPr algn="ctr">
              <a:defRPr sz="1125" b="1" i="0">
                <a:solidFill>
                  <a:srgbClr val="7B7774"/>
                </a:solidFill>
              </a:defRPr>
            </a:lvl1pPr>
            <a:lvl2pPr algn="ctr">
              <a:defRPr sz="1125" b="1" i="0">
                <a:solidFill>
                  <a:srgbClr val="7B7774"/>
                </a:solidFill>
              </a:defRPr>
            </a:lvl2pPr>
            <a:lvl3pPr algn="ctr">
              <a:defRPr sz="1125" b="1" i="0">
                <a:solidFill>
                  <a:srgbClr val="7B7774"/>
                </a:solidFill>
              </a:defRPr>
            </a:lvl3pPr>
            <a:lvl4pPr algn="ctr">
              <a:defRPr sz="1125" b="1" i="0">
                <a:solidFill>
                  <a:srgbClr val="7B7774"/>
                </a:solidFill>
              </a:defRPr>
            </a:lvl4pPr>
            <a:lvl5pPr algn="ctr">
              <a:defRPr sz="1125" b="1" i="0">
                <a:solidFill>
                  <a:srgbClr val="7B7774"/>
                </a:solidFill>
              </a:defRPr>
            </a:lvl5pPr>
            <a:lvl6pPr algn="ctr">
              <a:defRPr sz="1125" b="1" i="0">
                <a:solidFill>
                  <a:srgbClr val="7B7774"/>
                </a:solidFill>
              </a:defRPr>
            </a:lvl6pPr>
            <a:lvl7pPr algn="ctr">
              <a:defRPr sz="1125" b="1" i="0">
                <a:solidFill>
                  <a:srgbClr val="7B7774"/>
                </a:solidFill>
              </a:defRPr>
            </a:lvl7pPr>
            <a:lvl8pPr algn="ctr">
              <a:defRPr sz="1125" b="1" i="0">
                <a:solidFill>
                  <a:srgbClr val="7B7774"/>
                </a:solidFill>
              </a:defRPr>
            </a:lvl8pPr>
            <a:lvl9pPr algn="ctr">
              <a:defRPr sz="1125" b="1" i="0">
                <a:solidFill>
                  <a:srgbClr val="7B7774"/>
                </a:solidFill>
              </a:defRPr>
            </a:lvl9pPr>
          </a:lstStyle>
          <a:p xmlns:a="http://schemas.openxmlformats.org/drawingml/2006/main">
            <a:pPr algn="ctr">
              <a:defRPr sz="1125" b="1" i="0">
                <a:solidFill>
                  <a:srgbClr val="7B7774"/>
                </a:solidFill>
              </a:defRPr>
            </a:pPr>
            <a:r>
              <a:rPr sz="1125" b="1" i="0">
                <a:solidFill>
                  <a:srgbClr val="7B7774"/>
                </a:solidFill>
              </a:rPr>
              <a:t>해석 보기  ⌄</a:t>
            </a:r>
          </a:p>
        </p:txBody>
      </p:sp>
      <p:sp>
        <p:nvSpPr>
          <p:cNvPr id="38" name="small-heart">
            <a:extLst xmlns:a="http://schemas.openxmlformats.org/drawingml/2006/main">
              <a:ext uri="{FF2B5EF4-FFF2-40B4-BE49-F238E27FC236}">
                <a16:creationId xmlns:a16="http://schemas.microsoft.com/office/drawing/2014/main" id="{CFC026CE-A7CC-417E-BF0C-30732C67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638800"/>
            <a:ext cx="266700" cy="247650"/>
          </a:xfrm>
          <a:prstGeom xmlns:a="http://schemas.openxmlformats.org/drawingml/2006/main" prst="heart">
            <a:avLst/>
          </a:prstGeom>
          <a:solidFill xmlns:a="http://schemas.openxmlformats.org/drawingml/2006/main">
            <a:srgbClr val="F6D9E2"/>
          </a:solidFill>
          <a:ln xmlns:a="http://schemas.openxmlformats.org/drawingml/2006/main" w="9525">
            <a:solidFill>
              <a:srgbClr val="C65347"/>
            </a:solidFill>
            <a:prstDash val="solid"/>
          </a:ln>
        </p:spPr>
      </p:sp>
      <p:sp>
        <p:nvSpPr>
          <p:cNvPr id="39" name="practice-panel">
            <a:extLst xmlns:a="http://schemas.openxmlformats.org/drawingml/2006/main">
              <a:ext uri="{FF2B5EF4-FFF2-40B4-BE49-F238E27FC236}">
                <a16:creationId xmlns:a16="http://schemas.microsoft.com/office/drawing/2014/main" id="{CEC70167-9086-4A9B-BEA9-85490F41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43900"/>
            <a:ext cx="60579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4EEF0"/>
          </a:solidFill>
          <a:ln xmlns:a="http://schemas.openxmlformats.org/drawingml/2006/main" w="17145">
            <a:solidFill>
              <a:srgbClr val="3C3937"/>
            </a:solidFill>
            <a:prstDash val="solid"/>
          </a:ln>
        </p:spPr>
      </p:sp>
      <p:sp>
        <p:nvSpPr>
          <p:cNvPr id="40" name="practice-kicker">
            <a:extLst xmlns:a="http://schemas.openxmlformats.org/drawingml/2006/main">
              <a:ext uri="{FF2B5EF4-FFF2-40B4-BE49-F238E27FC236}">
                <a16:creationId xmlns:a16="http://schemas.microsoft.com/office/drawing/2014/main" id="{E6A8181A-30DF-47BE-9BF8-D4132E37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963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 i="0">
                <a:solidFill>
                  <a:srgbClr val="467F9B"/>
                </a:solidFill>
              </a:defRPr>
            </a:defPPr>
            <a:lvl1pPr algn="l">
              <a:defRPr sz="900" b="1" i="0">
                <a:solidFill>
                  <a:srgbClr val="467F9B"/>
                </a:solidFill>
              </a:defRPr>
            </a:lvl1pPr>
            <a:lvl2pPr algn="l">
              <a:defRPr sz="900" b="1" i="0">
                <a:solidFill>
                  <a:srgbClr val="467F9B"/>
                </a:solidFill>
              </a:defRPr>
            </a:lvl2pPr>
            <a:lvl3pPr algn="l">
              <a:defRPr sz="900" b="1" i="0">
                <a:solidFill>
                  <a:srgbClr val="467F9B"/>
                </a:solidFill>
              </a:defRPr>
            </a:lvl3pPr>
            <a:lvl4pPr algn="l">
              <a:defRPr sz="900" b="1" i="0">
                <a:solidFill>
                  <a:srgbClr val="467F9B"/>
                </a:solidFill>
              </a:defRPr>
            </a:lvl4pPr>
            <a:lvl5pPr algn="l">
              <a:defRPr sz="900" b="1" i="0">
                <a:solidFill>
                  <a:srgbClr val="467F9B"/>
                </a:solidFill>
              </a:defRPr>
            </a:lvl5pPr>
            <a:lvl6pPr algn="l">
              <a:defRPr sz="900" b="1" i="0">
                <a:solidFill>
                  <a:srgbClr val="467F9B"/>
                </a:solidFill>
              </a:defRPr>
            </a:lvl6pPr>
            <a:lvl7pPr algn="l">
              <a:defRPr sz="900" b="1" i="0">
                <a:solidFill>
                  <a:srgbClr val="467F9B"/>
                </a:solidFill>
              </a:defRPr>
            </a:lvl7pPr>
            <a:lvl8pPr algn="l">
              <a:defRPr sz="900" b="1" i="0">
                <a:solidFill>
                  <a:srgbClr val="467F9B"/>
                </a:solidFill>
              </a:defRPr>
            </a:lvl8pPr>
            <a:lvl9pPr algn="l">
              <a:defRPr sz="900" b="1" i="0">
                <a:solidFill>
                  <a:srgbClr val="467F9B"/>
                </a:solidFill>
              </a:defRPr>
            </a:lvl9pPr>
          </a:lstStyle>
          <a:p xmlns:a="http://schemas.openxmlformats.org/drawingml/2006/main">
            <a:pPr algn="l">
              <a:defRPr sz="900" b="1" i="0">
                <a:solidFill>
                  <a:srgbClr val="467F9B"/>
                </a:solidFill>
              </a:defRPr>
            </a:pPr>
            <a:r>
              <a:rPr sz="900" b="1" i="0">
                <a:solidFill>
                  <a:srgbClr val="467F9B"/>
                </a:solidFill>
              </a:rPr>
              <a:t>SPEAK OUT LOUD</a:t>
            </a:r>
          </a:p>
        </p:txBody>
      </p:sp>
      <p:sp>
        <p:nvSpPr>
          <p:cNvPr id="4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031244D2-2C03-4451-8417-7D081D57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43950"/>
            <a:ext cx="352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 i="0">
                <a:solidFill>
                  <a:srgbClr val="292A2C"/>
                </a:solidFill>
              </a:defRPr>
            </a:defPPr>
            <a:lvl1pPr algn="l">
              <a:defRPr sz="1950" b="1" i="0">
                <a:solidFill>
                  <a:srgbClr val="292A2C"/>
                </a:solidFill>
              </a:defRPr>
            </a:lvl1pPr>
            <a:lvl2pPr algn="l">
              <a:defRPr sz="1950" b="1" i="0">
                <a:solidFill>
                  <a:srgbClr val="292A2C"/>
                </a:solidFill>
              </a:defRPr>
            </a:lvl2pPr>
            <a:lvl3pPr algn="l">
              <a:defRPr sz="1950" b="1" i="0">
                <a:solidFill>
                  <a:srgbClr val="292A2C"/>
                </a:solidFill>
              </a:defRPr>
            </a:lvl3pPr>
            <a:lvl4pPr algn="l">
              <a:defRPr sz="1950" b="1" i="0">
                <a:solidFill>
                  <a:srgbClr val="292A2C"/>
                </a:solidFill>
              </a:defRPr>
            </a:lvl4pPr>
            <a:lvl5pPr algn="l">
              <a:defRPr sz="1950" b="1" i="0">
                <a:solidFill>
                  <a:srgbClr val="292A2C"/>
                </a:solidFill>
              </a:defRPr>
            </a:lvl5pPr>
            <a:lvl6pPr algn="l">
              <a:defRPr sz="1950" b="1" i="0">
                <a:solidFill>
                  <a:srgbClr val="292A2C"/>
                </a:solidFill>
              </a:defRPr>
            </a:lvl6pPr>
            <a:lvl7pPr algn="l">
              <a:defRPr sz="1950" b="1" i="0">
                <a:solidFill>
                  <a:srgbClr val="292A2C"/>
                </a:solidFill>
              </a:defRPr>
            </a:lvl7pPr>
            <a:lvl8pPr algn="l">
              <a:defRPr sz="1950" b="1" i="0">
                <a:solidFill>
                  <a:srgbClr val="292A2C"/>
                </a:solidFill>
              </a:defRPr>
            </a:lvl8pPr>
            <a:lvl9pPr algn="l">
              <a:defRPr sz="1950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292A2C"/>
                </a:solidFill>
              </a:defRPr>
            </a:pPr>
            <a:r>
              <a:rPr sz="1950" b="1" i="0">
                <a:solidFill>
                  <a:srgbClr val="292A2C"/>
                </a:solidFill>
              </a:rPr>
              <a:t>이제 말해볼까요?</a:t>
            </a:r>
          </a:p>
        </p:txBody>
      </p:sp>
      <p:sp>
        <p:nvSpPr>
          <p:cNvPr id="42" name="timer-badge">
            <a:extLst xmlns:a="http://schemas.openxmlformats.org/drawingml/2006/main">
              <a:ext uri="{FF2B5EF4-FFF2-40B4-BE49-F238E27FC236}">
                <a16:creationId xmlns:a16="http://schemas.microsoft.com/office/drawing/2014/main" id="{755EC325-1982-4B48-A308-D005B94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505825"/>
            <a:ext cx="99060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6E49C"/>
          </a:solidFill>
          <a:ln xmlns:a="http://schemas.openxmlformats.org/drawingml/2006/main" w="11430">
            <a:solidFill>
              <a:srgbClr val="3C3937"/>
            </a:solidFill>
            <a:prstDash val="solid"/>
          </a:ln>
        </p:spPr>
      </p:sp>
      <p:sp>
        <p:nvSpPr>
          <p:cNvPr id="43" name="timer-badge-text">
            <a:extLst xmlns:a="http://schemas.openxmlformats.org/drawingml/2006/main">
              <a:ext uri="{FF2B5EF4-FFF2-40B4-BE49-F238E27FC236}">
                <a16:creationId xmlns:a16="http://schemas.microsoft.com/office/drawing/2014/main" id="{E2F9B4F4-2681-42F1-923E-80112628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8572500"/>
            <a:ext cx="876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 i="0">
                <a:solidFill>
                  <a:srgbClr val="292A2C"/>
                </a:solidFill>
              </a:defRPr>
            </a:defPPr>
            <a:lvl1pPr algn="ctr">
              <a:defRPr sz="1050" b="1" i="0">
                <a:solidFill>
                  <a:srgbClr val="292A2C"/>
                </a:solidFill>
              </a:defRPr>
            </a:lvl1pPr>
            <a:lvl2pPr algn="ctr">
              <a:defRPr sz="1050" b="1" i="0">
                <a:solidFill>
                  <a:srgbClr val="292A2C"/>
                </a:solidFill>
              </a:defRPr>
            </a:lvl2pPr>
            <a:lvl3pPr algn="ctr">
              <a:defRPr sz="1050" b="1" i="0">
                <a:solidFill>
                  <a:srgbClr val="292A2C"/>
                </a:solidFill>
              </a:defRPr>
            </a:lvl3pPr>
            <a:lvl4pPr algn="ctr">
              <a:defRPr sz="1050" b="1" i="0">
                <a:solidFill>
                  <a:srgbClr val="292A2C"/>
                </a:solidFill>
              </a:defRPr>
            </a:lvl4pPr>
            <a:lvl5pPr algn="ctr">
              <a:defRPr sz="1050" b="1" i="0">
                <a:solidFill>
                  <a:srgbClr val="292A2C"/>
                </a:solidFill>
              </a:defRPr>
            </a:lvl5pPr>
            <a:lvl6pPr algn="ctr">
              <a:defRPr sz="1050" b="1" i="0">
                <a:solidFill>
                  <a:srgbClr val="292A2C"/>
                </a:solidFill>
              </a:defRPr>
            </a:lvl6pPr>
            <a:lvl7pPr algn="ctr">
              <a:defRPr sz="1050" b="1" i="0">
                <a:solidFill>
                  <a:srgbClr val="292A2C"/>
                </a:solidFill>
              </a:defRPr>
            </a:lvl7pPr>
            <a:lvl8pPr algn="ctr">
              <a:defRPr sz="1050" b="1" i="0">
                <a:solidFill>
                  <a:srgbClr val="292A2C"/>
                </a:solidFill>
              </a:defRPr>
            </a:lvl8pPr>
            <a:lvl9pPr algn="ctr">
              <a:defRPr sz="1050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ctr">
              <a:defRPr sz="1050" b="1" i="0">
                <a:solidFill>
                  <a:srgbClr val="292A2C"/>
                </a:solidFill>
              </a:defRPr>
            </a:pPr>
            <a:r>
              <a:rPr sz="1050" b="1" i="0">
                <a:solidFill>
                  <a:srgbClr val="292A2C"/>
                </a:solidFill>
              </a:rPr>
              <a:t>2 MIN</a:t>
            </a:r>
          </a:p>
        </p:txBody>
      </p:sp>
      <p:sp>
        <p:nvSpPr>
          <p:cNvPr id="44" name="timer-label">
            <a:extLst xmlns:a="http://schemas.openxmlformats.org/drawingml/2006/main">
              <a:ext uri="{FF2B5EF4-FFF2-40B4-BE49-F238E27FC236}">
                <a16:creationId xmlns:a16="http://schemas.microsoft.com/office/drawing/2014/main" id="{03DF58BB-162B-49FA-B2EE-78A4B664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773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 i="0">
                <a:solidFill>
                  <a:srgbClr val="7B7774"/>
                </a:solidFill>
              </a:defRPr>
            </a:defPPr>
            <a:lvl1pPr algn="l">
              <a:defRPr sz="975" b="1" i="0">
                <a:solidFill>
                  <a:srgbClr val="7B7774"/>
                </a:solidFill>
              </a:defRPr>
            </a:lvl1pPr>
            <a:lvl2pPr algn="l">
              <a:defRPr sz="975" b="1" i="0">
                <a:solidFill>
                  <a:srgbClr val="7B7774"/>
                </a:solidFill>
              </a:defRPr>
            </a:lvl2pPr>
            <a:lvl3pPr algn="l">
              <a:defRPr sz="975" b="1" i="0">
                <a:solidFill>
                  <a:srgbClr val="7B7774"/>
                </a:solidFill>
              </a:defRPr>
            </a:lvl3pPr>
            <a:lvl4pPr algn="l">
              <a:defRPr sz="975" b="1" i="0">
                <a:solidFill>
                  <a:srgbClr val="7B7774"/>
                </a:solidFill>
              </a:defRPr>
            </a:lvl4pPr>
            <a:lvl5pPr algn="l">
              <a:defRPr sz="975" b="1" i="0">
                <a:solidFill>
                  <a:srgbClr val="7B7774"/>
                </a:solidFill>
              </a:defRPr>
            </a:lvl5pPr>
            <a:lvl6pPr algn="l">
              <a:defRPr sz="975" b="1" i="0">
                <a:solidFill>
                  <a:srgbClr val="7B7774"/>
                </a:solidFill>
              </a:defRPr>
            </a:lvl6pPr>
            <a:lvl7pPr algn="l">
              <a:defRPr sz="975" b="1" i="0">
                <a:solidFill>
                  <a:srgbClr val="7B7774"/>
                </a:solidFill>
              </a:defRPr>
            </a:lvl7pPr>
            <a:lvl8pPr algn="l">
              <a:defRPr sz="975" b="1" i="0">
                <a:solidFill>
                  <a:srgbClr val="7B7774"/>
                </a:solidFill>
              </a:defRPr>
            </a:lvl8pPr>
            <a:lvl9pPr algn="l">
              <a:defRPr sz="975" b="1" i="0">
                <a:solidFill>
                  <a:srgbClr val="7B7774"/>
                </a:solidFill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7B7774"/>
                </a:solidFill>
              </a:defRPr>
            </a:pPr>
            <a:r>
              <a:rPr sz="975" b="1" i="0">
                <a:solidFill>
                  <a:srgbClr val="7B7774"/>
                </a:solidFill>
              </a:rPr>
              <a:t>스피킹 타이머</a:t>
            </a:r>
          </a:p>
        </p:txBody>
      </p:sp>
      <p:sp>
        <p:nvSpPr>
          <p:cNvPr id="45" name="timer-value">
            <a:extLst xmlns:a="http://schemas.openxmlformats.org/drawingml/2006/main">
              <a:ext uri="{FF2B5EF4-FFF2-40B4-BE49-F238E27FC236}">
                <a16:creationId xmlns:a16="http://schemas.microsoft.com/office/drawing/2014/main" id="{0A0C0889-FCB7-4314-A630-11FCF401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75" b="1" i="0">
                <a:solidFill>
                  <a:srgbClr val="292A2C"/>
                </a:solidFill>
              </a:defRPr>
            </a:defPPr>
            <a:lvl1pPr algn="l">
              <a:defRPr sz="2775" b="1" i="0">
                <a:solidFill>
                  <a:srgbClr val="292A2C"/>
                </a:solidFill>
              </a:defRPr>
            </a:lvl1pPr>
            <a:lvl2pPr algn="l">
              <a:defRPr sz="2775" b="1" i="0">
                <a:solidFill>
                  <a:srgbClr val="292A2C"/>
                </a:solidFill>
              </a:defRPr>
            </a:lvl2pPr>
            <a:lvl3pPr algn="l">
              <a:defRPr sz="2775" b="1" i="0">
                <a:solidFill>
                  <a:srgbClr val="292A2C"/>
                </a:solidFill>
              </a:defRPr>
            </a:lvl3pPr>
            <a:lvl4pPr algn="l">
              <a:defRPr sz="2775" b="1" i="0">
                <a:solidFill>
                  <a:srgbClr val="292A2C"/>
                </a:solidFill>
              </a:defRPr>
            </a:lvl4pPr>
            <a:lvl5pPr algn="l">
              <a:defRPr sz="2775" b="1" i="0">
                <a:solidFill>
                  <a:srgbClr val="292A2C"/>
                </a:solidFill>
              </a:defRPr>
            </a:lvl5pPr>
            <a:lvl6pPr algn="l">
              <a:defRPr sz="2775" b="1" i="0">
                <a:solidFill>
                  <a:srgbClr val="292A2C"/>
                </a:solidFill>
              </a:defRPr>
            </a:lvl6pPr>
            <a:lvl7pPr algn="l">
              <a:defRPr sz="2775" b="1" i="0">
                <a:solidFill>
                  <a:srgbClr val="292A2C"/>
                </a:solidFill>
              </a:defRPr>
            </a:lvl7pPr>
            <a:lvl8pPr algn="l">
              <a:defRPr sz="2775" b="1" i="0">
                <a:solidFill>
                  <a:srgbClr val="292A2C"/>
                </a:solidFill>
              </a:defRPr>
            </a:lvl8pPr>
            <a:lvl9pPr algn="l">
              <a:defRPr sz="2775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l">
              <a:defRPr sz="2775" b="1" i="0">
                <a:solidFill>
                  <a:srgbClr val="292A2C"/>
                </a:solidFill>
              </a:defRPr>
            </a:pPr>
            <a:r>
              <a:rPr sz="2775" b="1" i="0">
                <a:solidFill>
                  <a:srgbClr val="292A2C"/>
                </a:solidFill>
              </a:rPr>
              <a:t>02:00</a:t>
            </a:r>
          </a:p>
        </p:txBody>
      </p:sp>
      <p:sp>
        <p:nvSpPr>
          <p:cNvPr id="46" name="start-button">
            <a:extLst xmlns:a="http://schemas.openxmlformats.org/drawingml/2006/main">
              <a:ext uri="{FF2B5EF4-FFF2-40B4-BE49-F238E27FC236}">
                <a16:creationId xmlns:a16="http://schemas.microsoft.com/office/drawing/2014/main" id="{05317CA5-8E01-4C6D-B2BC-C73B346E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9591675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653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tart-button-label">
            <a:extLst xmlns:a="http://schemas.openxmlformats.org/drawingml/2006/main">
              <a:ext uri="{FF2B5EF4-FFF2-40B4-BE49-F238E27FC236}">
                <a16:creationId xmlns:a16="http://schemas.microsoft.com/office/drawing/2014/main" id="{442CBB53-4721-479B-9F9F-0E2B5EA1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963930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</a:defRPr>
            </a:defPPr>
            <a:lvl1pPr algn="ctr">
              <a:defRPr sz="1200" b="1" i="0">
                <a:solidFill>
                  <a:srgbClr val="FFFFFF"/>
                </a:solidFill>
              </a:defRPr>
            </a:lvl1pPr>
            <a:lvl2pPr algn="ctr">
              <a:defRPr sz="1200" b="1" i="0">
                <a:solidFill>
                  <a:srgbClr val="FFFFFF"/>
                </a:solidFill>
              </a:defRPr>
            </a:lvl2pPr>
            <a:lvl3pPr algn="ctr">
              <a:defRPr sz="1200" b="1" i="0">
                <a:solidFill>
                  <a:srgbClr val="FFFFFF"/>
                </a:solidFill>
              </a:defRPr>
            </a:lvl3pPr>
            <a:lvl4pPr algn="ctr">
              <a:defRPr sz="1200" b="1" i="0">
                <a:solidFill>
                  <a:srgbClr val="FFFFFF"/>
                </a:solidFill>
              </a:defRPr>
            </a:lvl4pPr>
            <a:lvl5pPr algn="ctr">
              <a:defRPr sz="1200" b="1" i="0">
                <a:solidFill>
                  <a:srgbClr val="FFFFFF"/>
                </a:solidFill>
              </a:defRPr>
            </a:lvl5pPr>
            <a:lvl6pPr algn="ctr">
              <a:defRPr sz="1200" b="1" i="0">
                <a:solidFill>
                  <a:srgbClr val="FFFFFF"/>
                </a:solidFill>
              </a:defRPr>
            </a:lvl6pPr>
            <a:lvl7pPr algn="ctr">
              <a:defRPr sz="1200" b="1" i="0">
                <a:solidFill>
                  <a:srgbClr val="FFFFFF"/>
                </a:solidFill>
              </a:defRPr>
            </a:lvl7pPr>
            <a:lvl8pPr algn="ctr">
              <a:defRPr sz="1200" b="1" i="0">
                <a:solidFill>
                  <a:srgbClr val="FFFFFF"/>
                </a:solidFill>
              </a:defRPr>
            </a:lvl8pPr>
            <a:lvl9pPr algn="ctr">
              <a:defRPr sz="1200" b="1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시작</a:t>
            </a:r>
          </a:p>
        </p:txBody>
      </p:sp>
      <p:sp>
        <p:nvSpPr>
          <p:cNvPr id="48" name="pause-button">
            <a:extLst xmlns:a="http://schemas.openxmlformats.org/drawingml/2006/main">
              <a:ext uri="{FF2B5EF4-FFF2-40B4-BE49-F238E27FC236}">
                <a16:creationId xmlns:a16="http://schemas.microsoft.com/office/drawing/2014/main" id="{4DCA2D98-C542-422D-BDBB-719D2AD4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9591675"/>
            <a:ext cx="9810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11430">
            <a:solidFill>
              <a:srgbClr val="3C3937"/>
            </a:solidFill>
            <a:prstDash val="solid"/>
          </a:ln>
        </p:spPr>
      </p:sp>
      <p:sp>
        <p:nvSpPr>
          <p:cNvPr id="49" name="pause-button-label">
            <a:extLst xmlns:a="http://schemas.openxmlformats.org/drawingml/2006/main">
              <a:ext uri="{FF2B5EF4-FFF2-40B4-BE49-F238E27FC236}">
                <a16:creationId xmlns:a16="http://schemas.microsoft.com/office/drawing/2014/main" id="{A47791A6-72CE-4B0A-8A18-FA5EB755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9639300"/>
            <a:ext cx="88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 i="0">
                <a:solidFill>
                  <a:srgbClr val="292A2C"/>
                </a:solidFill>
              </a:defRPr>
            </a:defPPr>
            <a:lvl1pPr algn="ctr">
              <a:defRPr sz="900" b="1" i="0">
                <a:solidFill>
                  <a:srgbClr val="292A2C"/>
                </a:solidFill>
              </a:defRPr>
            </a:lvl1pPr>
            <a:lvl2pPr algn="ctr">
              <a:defRPr sz="900" b="1" i="0">
                <a:solidFill>
                  <a:srgbClr val="292A2C"/>
                </a:solidFill>
              </a:defRPr>
            </a:lvl2pPr>
            <a:lvl3pPr algn="ctr">
              <a:defRPr sz="900" b="1" i="0">
                <a:solidFill>
                  <a:srgbClr val="292A2C"/>
                </a:solidFill>
              </a:defRPr>
            </a:lvl3pPr>
            <a:lvl4pPr algn="ctr">
              <a:defRPr sz="900" b="1" i="0">
                <a:solidFill>
                  <a:srgbClr val="292A2C"/>
                </a:solidFill>
              </a:defRPr>
            </a:lvl4pPr>
            <a:lvl5pPr algn="ctr">
              <a:defRPr sz="900" b="1" i="0">
                <a:solidFill>
                  <a:srgbClr val="292A2C"/>
                </a:solidFill>
              </a:defRPr>
            </a:lvl5pPr>
            <a:lvl6pPr algn="ctr">
              <a:defRPr sz="900" b="1" i="0">
                <a:solidFill>
                  <a:srgbClr val="292A2C"/>
                </a:solidFill>
              </a:defRPr>
            </a:lvl6pPr>
            <a:lvl7pPr algn="ctr">
              <a:defRPr sz="900" b="1" i="0">
                <a:solidFill>
                  <a:srgbClr val="292A2C"/>
                </a:solidFill>
              </a:defRPr>
            </a:lvl7pPr>
            <a:lvl8pPr algn="ctr">
              <a:defRPr sz="900" b="1" i="0">
                <a:solidFill>
                  <a:srgbClr val="292A2C"/>
                </a:solidFill>
              </a:defRPr>
            </a:lvl8pPr>
            <a:lvl9pPr algn="ctr">
              <a:defRPr sz="900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ctr">
              <a:defRPr sz="900" b="1" i="0">
                <a:solidFill>
                  <a:srgbClr val="292A2C"/>
                </a:solidFill>
              </a:defRPr>
            </a:pPr>
            <a:r>
              <a:rPr sz="900" b="1" i="0">
                <a:solidFill>
                  <a:srgbClr val="292A2C"/>
                </a:solidFill>
              </a:rPr>
              <a:t>일시정지</a:t>
            </a:r>
          </a:p>
        </p:txBody>
      </p:sp>
      <p:sp>
        <p:nvSpPr>
          <p:cNvPr id="50" name="reset-button">
            <a:extLst xmlns:a="http://schemas.openxmlformats.org/drawingml/2006/main">
              <a:ext uri="{FF2B5EF4-FFF2-40B4-BE49-F238E27FC236}">
                <a16:creationId xmlns:a16="http://schemas.microsoft.com/office/drawing/2014/main" id="{E15E4390-1F1F-454F-9101-0A44883A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9591675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11430">
            <a:solidFill>
              <a:srgbClr val="3C3937"/>
            </a:solidFill>
            <a:prstDash val="solid"/>
          </a:ln>
        </p:spPr>
      </p:sp>
      <p:sp>
        <p:nvSpPr>
          <p:cNvPr id="51" name="reset-button-label">
            <a:extLst xmlns:a="http://schemas.openxmlformats.org/drawingml/2006/main">
              <a:ext uri="{FF2B5EF4-FFF2-40B4-BE49-F238E27FC236}">
                <a16:creationId xmlns:a16="http://schemas.microsoft.com/office/drawing/2014/main" id="{1B8E4E24-9F4E-46A3-AF5D-EAF72655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963930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 i="0">
                <a:solidFill>
                  <a:srgbClr val="292A2C"/>
                </a:solidFill>
              </a:defRPr>
            </a:defPPr>
            <a:lvl1pPr algn="ctr">
              <a:defRPr sz="1050" b="1" i="0">
                <a:solidFill>
                  <a:srgbClr val="292A2C"/>
                </a:solidFill>
              </a:defRPr>
            </a:lvl1pPr>
            <a:lvl2pPr algn="ctr">
              <a:defRPr sz="1050" b="1" i="0">
                <a:solidFill>
                  <a:srgbClr val="292A2C"/>
                </a:solidFill>
              </a:defRPr>
            </a:lvl2pPr>
            <a:lvl3pPr algn="ctr">
              <a:defRPr sz="1050" b="1" i="0">
                <a:solidFill>
                  <a:srgbClr val="292A2C"/>
                </a:solidFill>
              </a:defRPr>
            </a:lvl3pPr>
            <a:lvl4pPr algn="ctr">
              <a:defRPr sz="1050" b="1" i="0">
                <a:solidFill>
                  <a:srgbClr val="292A2C"/>
                </a:solidFill>
              </a:defRPr>
            </a:lvl4pPr>
            <a:lvl5pPr algn="ctr">
              <a:defRPr sz="1050" b="1" i="0">
                <a:solidFill>
                  <a:srgbClr val="292A2C"/>
                </a:solidFill>
              </a:defRPr>
            </a:lvl5pPr>
            <a:lvl6pPr algn="ctr">
              <a:defRPr sz="1050" b="1" i="0">
                <a:solidFill>
                  <a:srgbClr val="292A2C"/>
                </a:solidFill>
              </a:defRPr>
            </a:lvl6pPr>
            <a:lvl7pPr algn="ctr">
              <a:defRPr sz="1050" b="1" i="0">
                <a:solidFill>
                  <a:srgbClr val="292A2C"/>
                </a:solidFill>
              </a:defRPr>
            </a:lvl7pPr>
            <a:lvl8pPr algn="ctr">
              <a:defRPr sz="1050" b="1" i="0">
                <a:solidFill>
                  <a:srgbClr val="292A2C"/>
                </a:solidFill>
              </a:defRPr>
            </a:lvl8pPr>
            <a:lvl9pPr algn="ctr">
              <a:defRPr sz="1050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ctr">
              <a:defRPr sz="1050" b="1" i="0">
                <a:solidFill>
                  <a:srgbClr val="292A2C"/>
                </a:solidFill>
              </a:defRPr>
            </a:pPr>
            <a:r>
              <a:rPr sz="1050" b="1" i="0">
                <a:solidFill>
                  <a:srgbClr val="292A2C"/>
                </a:solidFill>
              </a:rPr>
              <a:t>리셋</a:t>
            </a:r>
          </a:p>
        </p:txBody>
      </p:sp>
      <p:sp>
        <p:nvSpPr>
          <p:cNvPr id="52" name="hint-title">
            <a:extLst xmlns:a="http://schemas.openxmlformats.org/drawingml/2006/main">
              <a:ext uri="{FF2B5EF4-FFF2-40B4-BE49-F238E27FC236}">
                <a16:creationId xmlns:a16="http://schemas.microsoft.com/office/drawing/2014/main" id="{F6A27724-EC96-4CF6-8BC4-E5D7761C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 i="0">
                <a:solidFill>
                  <a:srgbClr val="292A2C"/>
                </a:solidFill>
              </a:defRPr>
            </a:defPPr>
            <a:lvl1pPr algn="l">
              <a:defRPr sz="1500" b="1" i="0">
                <a:solidFill>
                  <a:srgbClr val="292A2C"/>
                </a:solidFill>
              </a:defRPr>
            </a:lvl1pPr>
            <a:lvl2pPr algn="l">
              <a:defRPr sz="1500" b="1" i="0">
                <a:solidFill>
                  <a:srgbClr val="292A2C"/>
                </a:solidFill>
              </a:defRPr>
            </a:lvl2pPr>
            <a:lvl3pPr algn="l">
              <a:defRPr sz="1500" b="1" i="0">
                <a:solidFill>
                  <a:srgbClr val="292A2C"/>
                </a:solidFill>
              </a:defRPr>
            </a:lvl3pPr>
            <a:lvl4pPr algn="l">
              <a:defRPr sz="1500" b="1" i="0">
                <a:solidFill>
                  <a:srgbClr val="292A2C"/>
                </a:solidFill>
              </a:defRPr>
            </a:lvl4pPr>
            <a:lvl5pPr algn="l">
              <a:defRPr sz="1500" b="1" i="0">
                <a:solidFill>
                  <a:srgbClr val="292A2C"/>
                </a:solidFill>
              </a:defRPr>
            </a:lvl5pPr>
            <a:lvl6pPr algn="l">
              <a:defRPr sz="1500" b="1" i="0">
                <a:solidFill>
                  <a:srgbClr val="292A2C"/>
                </a:solidFill>
              </a:defRPr>
            </a:lvl6pPr>
            <a:lvl7pPr algn="l">
              <a:defRPr sz="1500" b="1" i="0">
                <a:solidFill>
                  <a:srgbClr val="292A2C"/>
                </a:solidFill>
              </a:defRPr>
            </a:lvl7pPr>
            <a:lvl8pPr algn="l">
              <a:defRPr sz="1500" b="1" i="0">
                <a:solidFill>
                  <a:srgbClr val="292A2C"/>
                </a:solidFill>
              </a:defRPr>
            </a:lvl8pPr>
            <a:lvl9pPr algn="l">
              <a:defRPr sz="1500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92A2C"/>
                </a:solidFill>
              </a:defRPr>
            </a:pPr>
            <a:r>
              <a:rPr sz="1500" b="1" i="0">
                <a:solidFill>
                  <a:srgbClr val="292A2C"/>
                </a:solidFill>
              </a:rPr>
              <a:t>말문이 막힌다면</a:t>
            </a:r>
          </a:p>
        </p:txBody>
      </p:sp>
      <p:sp>
        <p:nvSpPr>
          <p:cNvPr id="53" name="hint-note">
            <a:extLst xmlns:a="http://schemas.openxmlformats.org/drawingml/2006/main">
              <a:ext uri="{FF2B5EF4-FFF2-40B4-BE49-F238E27FC236}">
                <a16:creationId xmlns:a16="http://schemas.microsoft.com/office/drawing/2014/main" id="{323C6250-9E4C-4B3E-B8D1-A6C08D23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04965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 i="1">
                <a:solidFill>
                  <a:srgbClr val="C65347"/>
                </a:solidFill>
              </a:defRPr>
            </a:defPPr>
            <a:lvl1pPr algn="r">
              <a:defRPr sz="1125" b="1" i="1">
                <a:solidFill>
                  <a:srgbClr val="C65347"/>
                </a:solidFill>
              </a:defRPr>
            </a:lvl1pPr>
            <a:lvl2pPr algn="r">
              <a:defRPr sz="1125" b="1" i="1">
                <a:solidFill>
                  <a:srgbClr val="C65347"/>
                </a:solidFill>
              </a:defRPr>
            </a:lvl2pPr>
            <a:lvl3pPr algn="r">
              <a:defRPr sz="1125" b="1" i="1">
                <a:solidFill>
                  <a:srgbClr val="C65347"/>
                </a:solidFill>
              </a:defRPr>
            </a:lvl3pPr>
            <a:lvl4pPr algn="r">
              <a:defRPr sz="1125" b="1" i="1">
                <a:solidFill>
                  <a:srgbClr val="C65347"/>
                </a:solidFill>
              </a:defRPr>
            </a:lvl4pPr>
            <a:lvl5pPr algn="r">
              <a:defRPr sz="1125" b="1" i="1">
                <a:solidFill>
                  <a:srgbClr val="C65347"/>
                </a:solidFill>
              </a:defRPr>
            </a:lvl5pPr>
            <a:lvl6pPr algn="r">
              <a:defRPr sz="1125" b="1" i="1">
                <a:solidFill>
                  <a:srgbClr val="C65347"/>
                </a:solidFill>
              </a:defRPr>
            </a:lvl6pPr>
            <a:lvl7pPr algn="r">
              <a:defRPr sz="1125" b="1" i="1">
                <a:solidFill>
                  <a:srgbClr val="C65347"/>
                </a:solidFill>
              </a:defRPr>
            </a:lvl7pPr>
            <a:lvl8pPr algn="r">
              <a:defRPr sz="1125" b="1" i="1">
                <a:solidFill>
                  <a:srgbClr val="C65347"/>
                </a:solidFill>
              </a:defRPr>
            </a:lvl8pPr>
            <a:lvl9pPr algn="r">
              <a:defRPr sz="1125" b="1" i="1">
                <a:solidFill>
                  <a:srgbClr val="C65347"/>
                </a:solidFill>
              </a:defRPr>
            </a:lvl9pPr>
          </a:lstStyle>
          <a:p xmlns:a="http://schemas.openxmlformats.org/drawingml/2006/main">
            <a:pPr algn="r">
              <a:defRPr sz="1125" b="1" i="1">
                <a:solidFill>
                  <a:srgbClr val="C65347"/>
                </a:solidFill>
              </a:defRPr>
            </a:pPr>
            <a:r>
              <a:rPr sz="1125" b="1" i="1">
                <a:solidFill>
                  <a:srgbClr val="C65347"/>
                </a:solidFill>
              </a:rPr>
              <a:t>a little help</a:t>
            </a:r>
          </a:p>
        </p:txBody>
      </p:sp>
      <p:sp>
        <p:nvSpPr>
          <p:cNvPr id="54" name="flow-chip">
            <a:extLst xmlns:a="http://schemas.openxmlformats.org/drawingml/2006/main">
              <a:ext uri="{FF2B5EF4-FFF2-40B4-BE49-F238E27FC236}">
                <a16:creationId xmlns:a16="http://schemas.microsoft.com/office/drawing/2014/main" id="{A9ECC07E-96ED-4973-B9FF-5E92950E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877550"/>
            <a:ext cx="28860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11430">
            <a:solidFill>
              <a:srgbClr val="3C3937"/>
            </a:solidFill>
            <a:prstDash val="solid"/>
          </a:ln>
        </p:spPr>
      </p:sp>
      <p:sp>
        <p:nvSpPr>
          <p:cNvPr id="55" name="flow-chip-text">
            <a:extLst xmlns:a="http://schemas.openxmlformats.org/drawingml/2006/main">
              <a:ext uri="{FF2B5EF4-FFF2-40B4-BE49-F238E27FC236}">
                <a16:creationId xmlns:a16="http://schemas.microsoft.com/office/drawing/2014/main" id="{01102AB3-F424-4DA8-8DE0-0DEE732B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094422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292A2C"/>
                </a:solidFill>
              </a:defRPr>
            </a:defPPr>
            <a:lvl1pPr algn="l">
              <a:defRPr sz="1050" b="1" i="0">
                <a:solidFill>
                  <a:srgbClr val="292A2C"/>
                </a:solidFill>
              </a:defRPr>
            </a:lvl1pPr>
            <a:lvl2pPr algn="l">
              <a:defRPr sz="1050" b="1" i="0">
                <a:solidFill>
                  <a:srgbClr val="292A2C"/>
                </a:solidFill>
              </a:defRPr>
            </a:lvl2pPr>
            <a:lvl3pPr algn="l">
              <a:defRPr sz="1050" b="1" i="0">
                <a:solidFill>
                  <a:srgbClr val="292A2C"/>
                </a:solidFill>
              </a:defRPr>
            </a:lvl3pPr>
            <a:lvl4pPr algn="l">
              <a:defRPr sz="1050" b="1" i="0">
                <a:solidFill>
                  <a:srgbClr val="292A2C"/>
                </a:solidFill>
              </a:defRPr>
            </a:lvl4pPr>
            <a:lvl5pPr algn="l">
              <a:defRPr sz="1050" b="1" i="0">
                <a:solidFill>
                  <a:srgbClr val="292A2C"/>
                </a:solidFill>
              </a:defRPr>
            </a:lvl5pPr>
            <a:lvl6pPr algn="l">
              <a:defRPr sz="1050" b="1" i="0">
                <a:solidFill>
                  <a:srgbClr val="292A2C"/>
                </a:solidFill>
              </a:defRPr>
            </a:lvl6pPr>
            <a:lvl7pPr algn="l">
              <a:defRPr sz="1050" b="1" i="0">
                <a:solidFill>
                  <a:srgbClr val="292A2C"/>
                </a:solidFill>
              </a:defRPr>
            </a:lvl7pPr>
            <a:lvl8pPr algn="l">
              <a:defRPr sz="1050" b="1" i="0">
                <a:solidFill>
                  <a:srgbClr val="292A2C"/>
                </a:solidFill>
              </a:defRPr>
            </a:lvl8pPr>
            <a:lvl9pPr algn="l">
              <a:defRPr sz="1050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292A2C"/>
                </a:solidFill>
              </a:defRPr>
            </a:pPr>
            <a:r>
              <a:rPr sz="1050" b="1" i="0">
                <a:solidFill>
                  <a:srgbClr val="292A2C"/>
                </a:solidFill>
              </a:rPr>
              <a:t>Story Flow     키워드 흐름    +</a:t>
            </a:r>
          </a:p>
        </p:txBody>
      </p:sp>
      <p:sp>
        <p:nvSpPr>
          <p:cNvPr id="56" name="tip-chip">
            <a:extLst xmlns:a="http://schemas.openxmlformats.org/drawingml/2006/main">
              <a:ext uri="{FF2B5EF4-FFF2-40B4-BE49-F238E27FC236}">
                <a16:creationId xmlns:a16="http://schemas.microsoft.com/office/drawing/2014/main" id="{070C6005-21AE-4384-8A4E-E401B038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0877550"/>
            <a:ext cx="28860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5"/>
          </a:solidFill>
          <a:ln xmlns:a="http://schemas.openxmlformats.org/drawingml/2006/main" w="11430">
            <a:solidFill>
              <a:srgbClr val="3C3937"/>
            </a:solidFill>
            <a:prstDash val="solid"/>
          </a:ln>
        </p:spPr>
      </p:sp>
      <p:sp>
        <p:nvSpPr>
          <p:cNvPr id="57" name="tip-chip-text">
            <a:extLst xmlns:a="http://schemas.openxmlformats.org/drawingml/2006/main">
              <a:ext uri="{FF2B5EF4-FFF2-40B4-BE49-F238E27FC236}">
                <a16:creationId xmlns:a16="http://schemas.microsoft.com/office/drawing/2014/main" id="{BA5146E8-04D7-45A9-9D50-ECC554CC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0944225"/>
            <a:ext cx="2600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 i="0">
                <a:solidFill>
                  <a:srgbClr val="292A2C"/>
                </a:solidFill>
              </a:defRPr>
            </a:defPPr>
            <a:lvl1pPr algn="l">
              <a:defRPr sz="1050" b="1" i="0">
                <a:solidFill>
                  <a:srgbClr val="292A2C"/>
                </a:solidFill>
              </a:defRPr>
            </a:lvl1pPr>
            <a:lvl2pPr algn="l">
              <a:defRPr sz="1050" b="1" i="0">
                <a:solidFill>
                  <a:srgbClr val="292A2C"/>
                </a:solidFill>
              </a:defRPr>
            </a:lvl2pPr>
            <a:lvl3pPr algn="l">
              <a:defRPr sz="1050" b="1" i="0">
                <a:solidFill>
                  <a:srgbClr val="292A2C"/>
                </a:solidFill>
              </a:defRPr>
            </a:lvl3pPr>
            <a:lvl4pPr algn="l">
              <a:defRPr sz="1050" b="1" i="0">
                <a:solidFill>
                  <a:srgbClr val="292A2C"/>
                </a:solidFill>
              </a:defRPr>
            </a:lvl4pPr>
            <a:lvl5pPr algn="l">
              <a:defRPr sz="1050" b="1" i="0">
                <a:solidFill>
                  <a:srgbClr val="292A2C"/>
                </a:solidFill>
              </a:defRPr>
            </a:lvl5pPr>
            <a:lvl6pPr algn="l">
              <a:defRPr sz="1050" b="1" i="0">
                <a:solidFill>
                  <a:srgbClr val="292A2C"/>
                </a:solidFill>
              </a:defRPr>
            </a:lvl6pPr>
            <a:lvl7pPr algn="l">
              <a:defRPr sz="1050" b="1" i="0">
                <a:solidFill>
                  <a:srgbClr val="292A2C"/>
                </a:solidFill>
              </a:defRPr>
            </a:lvl7pPr>
            <a:lvl8pPr algn="l">
              <a:defRPr sz="1050" b="1" i="0">
                <a:solidFill>
                  <a:srgbClr val="292A2C"/>
                </a:solidFill>
              </a:defRPr>
            </a:lvl8pPr>
            <a:lvl9pPr algn="l">
              <a:defRPr sz="1050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292A2C"/>
                </a:solidFill>
              </a:defRPr>
            </a:pPr>
            <a:r>
              <a:rPr sz="1050" b="1" i="0">
                <a:solidFill>
                  <a:srgbClr val="292A2C"/>
                </a:solidFill>
              </a:rPr>
              <a:t>유형별 치트키     답변 구조    +</a:t>
            </a:r>
          </a:p>
        </p:txBody>
      </p:sp>
      <p:sp>
        <p:nvSpPr>
          <p:cNvPr id="58" name="nav-bar">
            <a:extLst xmlns:a="http://schemas.openxmlformats.org/drawingml/2006/main">
              <a:ext uri="{FF2B5EF4-FFF2-40B4-BE49-F238E27FC236}">
                <a16:creationId xmlns:a16="http://schemas.microsoft.com/office/drawing/2014/main" id="{C646582D-7378-4650-899C-FD8A3326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544300"/>
            <a:ext cx="6400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E2"/>
          </a:solidFill>
          <a:ln xmlns:a="http://schemas.openxmlformats.org/drawingml/2006/main" w="15240">
            <a:solidFill>
              <a:srgbClr val="3C3937"/>
            </a:solidFill>
            <a:prstDash val="solid"/>
          </a:ln>
        </p:spPr>
      </p:sp>
      <p:sp>
        <p:nvSpPr>
          <p:cNvPr id="59" name="nav-practice">
            <a:extLst xmlns:a="http://schemas.openxmlformats.org/drawingml/2006/main">
              <a:ext uri="{FF2B5EF4-FFF2-40B4-BE49-F238E27FC236}">
                <a16:creationId xmlns:a16="http://schemas.microsoft.com/office/drawing/2014/main" id="{E3E312F6-E4ED-4824-B605-B2380AD2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1582400"/>
            <a:ext cx="219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C65347"/>
                </a:solidFill>
              </a:defRPr>
            </a:defPPr>
            <a:lvl1pPr algn="ctr">
              <a:defRPr sz="1200" b="1" i="0">
                <a:solidFill>
                  <a:srgbClr val="C65347"/>
                </a:solidFill>
              </a:defRPr>
            </a:lvl1pPr>
            <a:lvl2pPr algn="ctr">
              <a:defRPr sz="1200" b="1" i="0">
                <a:solidFill>
                  <a:srgbClr val="C65347"/>
                </a:solidFill>
              </a:defRPr>
            </a:lvl2pPr>
            <a:lvl3pPr algn="ctr">
              <a:defRPr sz="1200" b="1" i="0">
                <a:solidFill>
                  <a:srgbClr val="C65347"/>
                </a:solidFill>
              </a:defRPr>
            </a:lvl3pPr>
            <a:lvl4pPr algn="ctr">
              <a:defRPr sz="1200" b="1" i="0">
                <a:solidFill>
                  <a:srgbClr val="C65347"/>
                </a:solidFill>
              </a:defRPr>
            </a:lvl4pPr>
            <a:lvl5pPr algn="ctr">
              <a:defRPr sz="1200" b="1" i="0">
                <a:solidFill>
                  <a:srgbClr val="C65347"/>
                </a:solidFill>
              </a:defRPr>
            </a:lvl5pPr>
            <a:lvl6pPr algn="ctr">
              <a:defRPr sz="1200" b="1" i="0">
                <a:solidFill>
                  <a:srgbClr val="C65347"/>
                </a:solidFill>
              </a:defRPr>
            </a:lvl6pPr>
            <a:lvl7pPr algn="ctr">
              <a:defRPr sz="1200" b="1" i="0">
                <a:solidFill>
                  <a:srgbClr val="C65347"/>
                </a:solidFill>
              </a:defRPr>
            </a:lvl7pPr>
            <a:lvl8pPr algn="ctr">
              <a:defRPr sz="1200" b="1" i="0">
                <a:solidFill>
                  <a:srgbClr val="C65347"/>
                </a:solidFill>
              </a:defRPr>
            </a:lvl8pPr>
            <a:lvl9pPr algn="ctr">
              <a:defRPr sz="1200" b="1" i="0">
                <a:solidFill>
                  <a:srgbClr val="C65347"/>
                </a:solidFill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C65347"/>
                </a:solidFill>
              </a:defRPr>
            </a:pPr>
            <a:r>
              <a:rPr sz="1200" b="1" i="0">
                <a:solidFill>
                  <a:srgbClr val="C65347"/>
                </a:solidFill>
              </a:rPr>
              <a:t>✎   연습</a:t>
            </a:r>
          </a:p>
        </p:txBody>
      </p:sp>
      <p:sp>
        <p:nvSpPr>
          <p:cNvPr id="60" name="nav-favorites">
            <a:extLst xmlns:a="http://schemas.openxmlformats.org/drawingml/2006/main">
              <a:ext uri="{FF2B5EF4-FFF2-40B4-BE49-F238E27FC236}">
                <a16:creationId xmlns:a16="http://schemas.microsoft.com/office/drawing/2014/main" id="{FB926F6A-B194-459B-96A2-D3DDB528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582400"/>
            <a:ext cx="2428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 i="0">
                <a:solidFill>
                  <a:srgbClr val="292A2C"/>
                </a:solidFill>
              </a:defRPr>
            </a:defPPr>
            <a:lvl1pPr algn="ctr">
              <a:defRPr sz="1200" b="1" i="0">
                <a:solidFill>
                  <a:srgbClr val="292A2C"/>
                </a:solidFill>
              </a:defRPr>
            </a:lvl1pPr>
            <a:lvl2pPr algn="ctr">
              <a:defRPr sz="1200" b="1" i="0">
                <a:solidFill>
                  <a:srgbClr val="292A2C"/>
                </a:solidFill>
              </a:defRPr>
            </a:lvl2pPr>
            <a:lvl3pPr algn="ctr">
              <a:defRPr sz="1200" b="1" i="0">
                <a:solidFill>
                  <a:srgbClr val="292A2C"/>
                </a:solidFill>
              </a:defRPr>
            </a:lvl3pPr>
            <a:lvl4pPr algn="ctr">
              <a:defRPr sz="1200" b="1" i="0">
                <a:solidFill>
                  <a:srgbClr val="292A2C"/>
                </a:solidFill>
              </a:defRPr>
            </a:lvl4pPr>
            <a:lvl5pPr algn="ctr">
              <a:defRPr sz="1200" b="1" i="0">
                <a:solidFill>
                  <a:srgbClr val="292A2C"/>
                </a:solidFill>
              </a:defRPr>
            </a:lvl5pPr>
            <a:lvl6pPr algn="ctr">
              <a:defRPr sz="1200" b="1" i="0">
                <a:solidFill>
                  <a:srgbClr val="292A2C"/>
                </a:solidFill>
              </a:defRPr>
            </a:lvl6pPr>
            <a:lvl7pPr algn="ctr">
              <a:defRPr sz="1200" b="1" i="0">
                <a:solidFill>
                  <a:srgbClr val="292A2C"/>
                </a:solidFill>
              </a:defRPr>
            </a:lvl7pPr>
            <a:lvl8pPr algn="ctr">
              <a:defRPr sz="1200" b="1" i="0">
                <a:solidFill>
                  <a:srgbClr val="292A2C"/>
                </a:solidFill>
              </a:defRPr>
            </a:lvl8pPr>
            <a:lvl9pPr algn="ctr">
              <a:defRPr sz="1200" b="1" i="0">
                <a:solidFill>
                  <a:srgbClr val="292A2C"/>
                </a:solidFill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292A2C"/>
                </a:solidFill>
              </a:defRPr>
            </a:pPr>
            <a:r>
              <a:rPr sz="1200" b="1" i="0">
                <a:solidFill>
                  <a:srgbClr val="292A2C"/>
                </a:solidFill>
              </a:rPr>
              <a:t>♡   즐겨찾기</a:t>
            </a:r>
          </a:p>
        </p:txBody>
      </p:sp>
      <p:sp>
        <p:nvSpPr>
          <p:cNvPr id="61" name="dot-0">
            <a:extLst xmlns:a="http://schemas.openxmlformats.org/drawingml/2006/main">
              <a:ext uri="{FF2B5EF4-FFF2-40B4-BE49-F238E27FC236}">
                <a16:creationId xmlns:a16="http://schemas.microsoft.com/office/drawing/2014/main" id="{C9C1E0CD-F8DC-486C-9472-488F30C3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289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3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ot-1">
            <a:extLst xmlns:a="http://schemas.openxmlformats.org/drawingml/2006/main">
              <a:ext uri="{FF2B5EF4-FFF2-40B4-BE49-F238E27FC236}">
                <a16:creationId xmlns:a16="http://schemas.microsoft.com/office/drawing/2014/main" id="{4A7462FE-3576-46FD-9072-47C48CF6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289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3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ot-2">
            <a:extLst xmlns:a="http://schemas.openxmlformats.org/drawingml/2006/main">
              <a:ext uri="{FF2B5EF4-FFF2-40B4-BE49-F238E27FC236}">
                <a16:creationId xmlns:a16="http://schemas.microsoft.com/office/drawing/2014/main" id="{77DEC2F2-4DB8-46D3-A3C9-374A4C98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3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ot-3">
            <a:extLst xmlns:a="http://schemas.openxmlformats.org/drawingml/2006/main">
              <a:ext uri="{FF2B5EF4-FFF2-40B4-BE49-F238E27FC236}">
                <a16:creationId xmlns:a16="http://schemas.microsoft.com/office/drawing/2014/main" id="{6B8B5539-7B59-484A-87B7-8F5E1443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289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3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ot-4">
            <a:extLst xmlns:a="http://schemas.openxmlformats.org/drawingml/2006/main">
              <a:ext uri="{FF2B5EF4-FFF2-40B4-BE49-F238E27FC236}">
                <a16:creationId xmlns:a16="http://schemas.microsoft.com/office/drawing/2014/main" id="{D501F2E2-967B-45C7-8AA6-367D8DAC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289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3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1625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2026-10-22T05:02:42.8780000Z</dcterms:created>
  <dcterms:modified xsi:type="dcterms:W3CDTF">2026-10-22T05:02:42.8780000Z</dcterms:modified>
</coreProperties>
</file>