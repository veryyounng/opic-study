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e30e5b01fa46af" /><Relationship Type="http://schemas.openxmlformats.org/officeDocument/2006/relationships/extended-properties" Target="/docProps/app.xml" Id="R5e84d34dbfae41ec" /><Relationship Type="http://schemas.openxmlformats.org/officeDocument/2006/relationships/officeDocument" Target="/ppt/presentation.xml" Id="Re48b55b680c140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ba6094faec41d4"/>
  </p:sldMasterIdLst>
  <p:notesMasterIdLst>
    <p:notesMasterId xmlns:r="http://schemas.openxmlformats.org/officeDocument/2006/relationships" r:id="Red2203f713b74cb8"/>
  </p:notesMasterIdLst>
  <p:sldIdLst>
    <p:sldId xmlns:r="http://schemas.openxmlformats.org/officeDocument/2006/relationships" id="256" r:id="R657bb72b6c834bc8"/>
    <p:sldId xmlns:r="http://schemas.openxmlformats.org/officeDocument/2006/relationships" id="257" r:id="Ra573bacdc37442c0"/>
  </p:sldIdLst>
  <p:sldSz cx="6858000" cy="121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af8b11d6b64704" /><Relationship Type="http://schemas.openxmlformats.org/officeDocument/2006/relationships/slideMaster" Target="/ppt/slideMasters/slideMaster1.xml" Id="Rd6ba6094faec41d4" /><Relationship Type="http://schemas.openxmlformats.org/officeDocument/2006/relationships/notesMaster" Target="/ppt/notesMasters/notesMaster1.xml" Id="Red2203f713b74cb8" /><Relationship Type="http://schemas.openxmlformats.org/officeDocument/2006/relationships/presProps" Target="/ppt/presProps.xml" Id="Ra6a233cf5ca042d2" /><Relationship Type="http://schemas.openxmlformats.org/officeDocument/2006/relationships/tableStyles" Target="/ppt/tableStyles.xml" Id="Ra00da4e3ef224c72" /><Relationship Type="http://schemas.openxmlformats.org/officeDocument/2006/relationships/slide" Target="/ppt/slides/slide1.xml" Id="R657bb72b6c834bc8" /><Relationship Type="http://schemas.openxmlformats.org/officeDocument/2006/relationships/slide" Target="/ppt/slides/slide2.xml" Id="Ra573bacdc37442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6d326665ba4a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124fa5d4df44c0" /><Relationship Type="http://schemas.openxmlformats.org/officeDocument/2006/relationships/notesMaster" Target="/ppt/notesMasters/notesMaster1.xml" Id="R85e677d528134b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3e291953de4cc7" /><Relationship Type="http://schemas.openxmlformats.org/officeDocument/2006/relationships/notesMaster" Target="/ppt/notesMasters/notesMaster1.xml" Id="R80b7cb1d1f414b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e56c377d1349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ad229a6c1446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fdde53675349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87dbfb4b646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97c8f70a640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7195dff7a48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404C24-FD3B-4887-BCC5-A40DF59FEB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605867"/>
            <a:ext cx="5486400" cy="1761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18BFA7-65FC-4B8D-808B-0D2EE077609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28700" y="6705600"/>
            <a:ext cx="4800600" cy="1354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31B5660-BBA5-4D67-86BC-5F14F05BEF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080000"/>
            <a:ext cx="54864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D35A48-C052-4BEE-95FE-3099BA77B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5763" y="948267"/>
            <a:ext cx="6086475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2BC612F-BAF7-4979-82C1-78A35739E0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5763" y="3386667"/>
            <a:ext cx="608647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00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714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429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143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858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572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287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001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E68321-3763-4CDF-988B-F79489BEB4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5763" y="948267"/>
            <a:ext cx="6086475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B543A4-9850-4A61-986F-36E439E4C0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5763" y="3386667"/>
            <a:ext cx="282892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00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714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429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143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858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572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287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001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F286B7-7171-4967-9F56-483479F5E6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43313" y="3386667"/>
            <a:ext cx="282892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00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714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429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143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858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572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287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001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1AE27D-313D-444B-A277-7FAA614B80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5763" y="948267"/>
            <a:ext cx="6086475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A19F68-AA1D-415D-B6AF-0152A99019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5763" y="3386667"/>
            <a:ext cx="282892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00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714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429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143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858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572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287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001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dc680591f44f9c" /><Relationship Type="http://schemas.openxmlformats.org/officeDocument/2006/relationships/slideLayout" Target="/ppt/slideLayouts/slideLayout1.xml" Id="R857332752d94406f" /><Relationship Type="http://schemas.openxmlformats.org/officeDocument/2006/relationships/slideLayout" Target="/ppt/slideLayouts/slideLayout2.xml" Id="R971eaf54b2dc4115" /><Relationship Type="http://schemas.openxmlformats.org/officeDocument/2006/relationships/slideLayout" Target="/ppt/slideLayouts/slideLayout3.xml" Id="R0791589e010d4e72" /><Relationship Type="http://schemas.openxmlformats.org/officeDocument/2006/relationships/slideLayout" Target="/ppt/slideLayouts/slideLayout4.xml" Id="R774440cdf3c54d41" /><Relationship Type="http://schemas.openxmlformats.org/officeDocument/2006/relationships/slideLayout" Target="/ppt/slideLayouts/slideLayout5.xml" Id="Rba77ea67978a4fa3" /><Relationship Type="http://schemas.openxmlformats.org/officeDocument/2006/relationships/slideLayout" Target="/ppt/slideLayouts/slideLayout6.xml" Id="R3cb20e9022bc41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7332752d94406f"/>
    <p:sldLayoutId xmlns:r="http://schemas.openxmlformats.org/officeDocument/2006/relationships" id="2147483650" r:id="R971eaf54b2dc4115"/>
    <p:sldLayoutId xmlns:r="http://schemas.openxmlformats.org/officeDocument/2006/relationships" id="2147483651" r:id="R0791589e010d4e72"/>
    <p:sldLayoutId xmlns:r="http://schemas.openxmlformats.org/officeDocument/2006/relationships" id="2147483652" r:id="R774440cdf3c54d41"/>
    <p:sldLayoutId xmlns:r="http://schemas.openxmlformats.org/officeDocument/2006/relationships" id="2147483653" r:id="Rba77ea67978a4fa3"/>
    <p:sldLayoutId xmlns:r="http://schemas.openxmlformats.org/officeDocument/2006/relationships" id="2147483654" r:id="R3cb20e9022bc41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c573a372c94c1c" /><Relationship Type="http://schemas.openxmlformats.org/officeDocument/2006/relationships/notesSlide" Target="/ppt/notesSlides/notesSlide1.xml" Id="R436d637dca4949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a04da3efb84dc9" /><Relationship Type="http://schemas.openxmlformats.org/officeDocument/2006/relationships/notesSlide" Target="/ppt/notesSlides/notesSlide2.xml" Id="R263e84d1ecf449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1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D7655DE-78F6-4805-B0AC-FEA4D6E5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6096000" cy="1154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9525">
            <a:solidFill>
              <a:srgbClr val="D64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FFD99-1DE4-46AD-A5EC-E63DCF80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22C62-B082-4DA7-8CF1-3F3D0C5A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810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74C31-4112-4043-BE13-CB402E3F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4DCB0-657E-432E-B41B-18EC58C0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96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03183-F47F-430F-87B4-B52CA1FC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001ED-1533-48D7-AA7C-110B613D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382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85AC4-D4BB-4E15-968A-625D112A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16BD3-B179-4A8E-951E-6CEB5C2A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668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CEE07-CF28-4626-9E3C-342DC351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79F02-B742-4873-A851-E7E6085F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954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5A5C9-F94E-4B53-8EC1-226879C8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F6328-1A5E-4309-A2FE-617CE830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5240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E6E30-1463-4E1F-9F73-569E8FB6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77C2B-0CC8-4607-B49B-A2A332DA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7526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344B7-67DB-4D22-8608-D23B4200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8818E-FD36-4357-9655-89EB9505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9812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56F82-2D07-4B8C-9BD2-16C434EE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1E5B3-3FD5-4BF9-8F63-4388851D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2098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62B16-09B4-4555-AA69-8B9770FA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A20BF-AF73-454F-A553-067FA371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4384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0704B1-2DA6-4813-86A3-37C1D5CB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2CA485-6FB1-4B5C-95CB-A8C42300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6670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74EDB2-EC31-4CE4-80BA-09099A16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A1B355-3AB7-44F9-86FA-E0BB9040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8956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7655AE-0A7D-477A-B905-348A398F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F1DCE4-859B-4E02-A41D-60FD1C1D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1242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FB709D-99CC-49CE-B90B-D0E2CAEA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5BB3B5-51C3-4275-92E4-537CCB69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3528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01BAFC-B18E-4973-BFBA-4F9CEEA9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C3F075-706D-43A3-B07C-1F5B10A5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5814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38BB6F-06FE-43CC-9486-12B11BE1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EA2DC1-91B9-4D2F-B275-F7700C63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8100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3CE93B-9662-4601-9853-9A720A6F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55C789-0ACB-45D6-857C-DC405419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0386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6356D8-10EA-47F9-9326-01114D5F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C510E5-A4FF-478A-B070-16B2CD4A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2672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8B3CF2-C31F-412E-B103-D158767E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BC3659-FB6C-4E0B-AF98-EFB123FC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4958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C28EA6-4468-426C-ACDD-E3CEFB96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F31F7E-1FCA-4F90-8720-A793CDCE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7244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6A9EE3-4E90-4BDE-82A2-8A1BC40B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399AD9-88DE-4E1A-9FA4-BB23267E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9530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5DCE24-DDA1-4171-86C2-863F75A0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3BBCD2-2166-466D-AF18-951DF1D7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1816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70E81F-4754-4897-A95C-5D6BDA61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D0D0A0-DE61-41B4-83B3-B4401A1A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4102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14CF2E-AB0E-494F-B445-89564297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7C4058-F420-46C0-B6A7-3739A81F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6388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645BE2-B651-4AA5-9290-3C17D709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408CCB-0ADA-4C11-8398-5AACF464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8674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4696DF-9A6D-41DB-8517-D65F4B8B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804869-8D0E-4942-9C7B-8C8F4303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960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12B6C3-9296-4CB9-8E1F-C3063932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EC5A6E-4DC8-4B80-A5C1-BB69BAE3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3246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C6A685-67DA-40F6-B824-4D89C5F8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"/>
            <a:ext cx="5257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My OPIC Trainer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112882-2C1A-4B0E-A783-DB07C6AB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570A05-CB07-4A4E-952F-82AFDD75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1875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듣기 연습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528F31-C685-4A6D-BC97-79E4756E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20F449-C09F-4E57-A1E7-C52072C5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544830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28575">
            <a:solidFill>
              <a:srgbClr val="39172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7C2FA6-BAA5-429E-A2C5-625FE38F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491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ctr">
              <a:defRPr sz="21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ctr">
              <a:defRPr sz="21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ctr">
              <a:defRPr sz="21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ctr">
              <a:defRPr sz="21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ctr">
              <a:defRPr sz="21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ctr">
              <a:defRPr sz="21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ctr">
              <a:defRPr sz="21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ctr">
              <a:defRPr sz="21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ctr">
              <a:defRPr sz="21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2175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질문을 먼저 들어보세요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F2433A-99E5-4619-8F2B-BAF7E11A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491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defPPr>
            <a:lvl1pPr algn="ctr">
              <a:defRPr sz="1500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1pPr>
            <a:lvl2pPr algn="ctr">
              <a:defRPr sz="1500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2pPr>
            <a:lvl3pPr algn="ctr">
              <a:defRPr sz="1500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3pPr>
            <a:lvl4pPr algn="ctr">
              <a:defRPr sz="1500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4pPr>
            <a:lvl5pPr algn="ctr">
              <a:defRPr sz="1500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5pPr>
            <a:lvl6pPr algn="ctr">
              <a:defRPr sz="1500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6pPr>
            <a:lvl7pPr algn="ctr">
              <a:defRPr sz="1500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7pPr>
            <a:lvl8pPr algn="ctr">
              <a:defRPr sz="1500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8pPr>
            <a:lvl9pPr algn="ctr">
              <a:defRPr sz="1500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pPr>
            <a:r>
              <a:rPr sz="1500" b="0">
                <a:solidFill>
                  <a:srgbClr val="391722"/>
                </a:solidFill>
                <a:latin typeface="Gulim"/>
                <a:ea typeface="Gulim"/>
                <a:cs typeface="Gulim"/>
              </a:rPr>
              <a:t>문장 확인을 누르면 영어 질문이 나타납니다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AAA2EEB-E6E1-4CFF-996A-43090561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1725" b="0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1725" b="0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1725" b="0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1725" b="0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1725" b="0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1725" b="0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1725" b="0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1725" b="0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1725" b="0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391722"/>
                </a:solidFill>
                <a:latin typeface="Courier New"/>
                <a:ea typeface="Courier New"/>
                <a:cs typeface="Courier New"/>
              </a:rPr>
              <a:t>••••••••••••••••••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C499D44-8ACB-43C4-9189-1756CE3E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506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22DE76-886D-4674-ADF2-002E4A15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1722"/>
          </a:solidFill>
          <a:ln xmlns:a="http://schemas.openxmlformats.org/drawingml/2006/main" w="19050">
            <a:solidFill>
              <a:srgbClr val="39172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B813817-7D29-444E-827F-96661074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43550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B45ABE-8041-43EF-9177-206B75B5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3950" y="5476875"/>
            <a:ext cx="266700" cy="3619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D3A7540-882B-41AE-B3F7-BCBDD36F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38775"/>
            <a:ext cx="438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rPr>
              <a:t>)))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DE5D043-8E18-4F46-A74F-64A051E3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33400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defPPr>
            <a:lvl1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1pPr>
            <a:lvl2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2pPr>
            <a:lvl3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3pPr>
            <a:lvl4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4pPr>
            <a:lvl5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5pPr>
            <a:lvl6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6pPr>
            <a:lvl7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7pPr>
            <a:lvl8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8pPr>
            <a:lvl9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pPr>
            <a:r>
              <a:rPr sz="1800" b="1">
                <a:solidFill>
                  <a:srgbClr val="FFF5F7"/>
                </a:solidFill>
                <a:latin typeface="Gulim"/>
                <a:ea typeface="Gulim"/>
                <a:cs typeface="Gulim"/>
              </a:rPr>
              <a:t>질문 듣기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CC71475-F3F2-49DD-AF7A-A009ED07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578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EE6B65E-DE10-44CC-AC38-4985AEFE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505450"/>
            <a:ext cx="295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8991EE3-D4C8-4759-8D48-25FE873A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6197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F94AEBF-B0ED-4AB1-9F7B-0014F749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705475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BF79485-AB87-4D9F-B8B4-A8965981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7912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F4D3F77-3AFB-4833-88E0-6D1E247A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340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1800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문장 확인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62BD02B-5C1C-4FAF-A326-12FD99FF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961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02C6EF8-E079-4FA0-B538-0EFBDD33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105650"/>
            <a:ext cx="381000" cy="38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F5FEA8B-087E-4DA9-AF49-E7ECF62C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191375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406FFE3-3080-4A4B-B3D8-69E0B932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305675"/>
            <a:ext cx="85725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6563117-2819-46EC-9385-09CD8DB5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0485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1800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말하기 타이머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CBEE8F5-FF6A-43F6-BE03-619A792C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620000"/>
            <a:ext cx="487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EAA2D68-75A4-4DDA-A2D5-C0A4435C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65810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00:00 / 02:00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FC12AD9-C207-4855-ACF8-BCF465D3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629650"/>
            <a:ext cx="487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1722"/>
          </a:solidFill>
          <a:ln xmlns:a="http://schemas.openxmlformats.org/drawingml/2006/main" w="19050">
            <a:solidFill>
              <a:srgbClr val="39172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DF1200A-E194-4852-BC7E-F39F2936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8829675"/>
            <a:ext cx="171450" cy="3238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5F7"/>
          </a:solidFill>
          <a:ln xmlns:a="http://schemas.openxmlformats.org/drawingml/2006/main" w="9525">
            <a:solidFill>
              <a:srgbClr val="FFF5F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F5A3C9F-1F26-48E7-91FA-D6FCD756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902017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5F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1B69DF9-CFFF-4890-A48B-A4BFF22D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902017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5F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4B37694-0BCE-40A1-B258-75953173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90582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5F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9282A14-D0DF-44D8-85DB-D55568FB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0678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5F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06E319E-D11D-484E-8BD4-1E322D08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92297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5F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6A0CECD-B9FD-4633-8F45-1C65F103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686800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defPPr>
            <a:lvl1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1pPr>
            <a:lvl2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2pPr>
            <a:lvl3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3pPr>
            <a:lvl4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4pPr>
            <a:lvl5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5pPr>
            <a:lvl6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6pPr>
            <a:lvl7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7pPr>
            <a:lvl8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8pPr>
            <a:lvl9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pPr>
            <a:r>
              <a:rPr sz="2175" b="1">
                <a:solidFill>
                  <a:srgbClr val="FFF5F7"/>
                </a:solidFill>
                <a:latin typeface="Gulim"/>
                <a:ea typeface="Gulim"/>
                <a:cs typeface="Gulim"/>
              </a:rPr>
              <a:t>연습 시작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E3EB49B-908E-4113-966A-7FC9A1AA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7FB23E4-B978-42EF-9F90-8465ADEF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0"/>
            <a:ext cx="2133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723265F-164A-489A-BD25-DA4D97D6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44100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↻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BE63A4A-D22C-454C-A1AC-E1EAF4B7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944100"/>
            <a:ext cx="137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1650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초기화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6782186-E7DC-4A96-9D0D-F709059D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9906000"/>
            <a:ext cx="2133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B4C9BA1-ECFE-4F84-8B7B-8F4DC441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905250" y="10115550"/>
            <a:ext cx="285750" cy="2952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0E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2253E69-2F93-4C74-8260-FCD63646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94410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1650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예시 듣기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08F6DF3-EED5-45A7-8CD2-5B9ECC47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8585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1BB6E08-9726-4387-99A6-370262F8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9537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rPr>
              <a:t>01  /  LISTEN</a:t>
            </a:r>
          </a:p>
        </p:txBody>
      </p:sp>
    </p:spTree>
    <p:extLst>
      <p:ext uri="{BB962C8B-B14F-4D97-AF65-F5344CB8AC3E}">
        <p14:creationId xmlns:p14="http://schemas.microsoft.com/office/powerpoint/2010/main" val="1481267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1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F8AD7BC-FF06-4AE4-9EAB-4B8E6B95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6096000" cy="1154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9525">
            <a:solidFill>
              <a:srgbClr val="D64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E55D9-4D7B-4061-8428-96FEA12E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C1E9B-B322-4C38-BB54-A3084BA8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810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36DBE-65E3-489E-A75C-F3281D34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41968-12EC-4B08-9C94-4BA99C38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96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4CECE-E0B2-47CE-8E2E-46D303F4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48A5A-4EA1-4D28-B1C9-40DCFEE2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382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C014B-404D-43DC-B6FB-A9FB19AB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33DC8-AB4C-4218-AAA2-029BA5FD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668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FA698-A18B-44DD-878E-17D18399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C4ABC-459E-42E7-9C6B-89FF6519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954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814FC-8ED0-4494-98B4-987F8E9D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76C3A-6AB0-4BE6-9183-38F6DF06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5240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5525D-898D-4A35-A39B-AF1D3A0A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5C244-E17A-48A6-9A26-7D221F86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7526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0A6F2-BC0B-40AB-97C1-BAB138E3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0F5626-339A-4EFB-B05B-E0129A26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9812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3166B-27AF-48C4-AD3B-E025C5D2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84A1E6-C5F9-42BD-B62B-409EA98A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2098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7A8A1E-C706-439E-B2C0-9F799074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16BCBC-52F8-47EF-A44E-E96E93B8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4384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29163-264C-4BE5-8CF0-CD2E7B30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59DA7-3828-486E-8631-EB955921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6670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3669C9-DCD3-44E8-8F83-E957AEA0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2FD8DE-1A82-4380-B35F-DF9DEA95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8956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098A99-8BE0-4956-A076-3D52954F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06BBC2-439A-4F41-886B-0C7718D3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1242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704076-8554-4AEF-A933-1B487D96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08D53A-5788-4EA2-9709-F2FE8052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3528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8C191B-FD3B-4665-B6EF-DA92EC18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7E752F-693C-4BA1-B711-F6B5E6BB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5814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5AF67-B331-401F-AB5C-EC5F06D1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2166E9-0BE1-479D-A900-3AE0E8C7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8100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A3422C-BF58-489B-AA63-95552022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7BAB00-5AC0-4F78-869D-DE8A66D9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0386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A11BDF-02F0-4455-91C1-35C29B05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D6FEE6-7594-47F5-AD32-C0AF50A6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2672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9CEB8E-5767-474C-BE22-9A0A46D6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A2B1D1-8332-4725-9202-7A7FAD1B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4958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B7CAF8-9A6A-4906-94D5-5A90E865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3DD151-2017-474E-8DDA-2C0EB068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7244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698AB5-38FC-4BC8-A6A2-7FA773ED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049893-D01C-479C-89E4-E4CD415C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9530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33DCAF-BF3D-4AB3-807C-8B606F8B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A6AE0B-7DED-4E93-9998-7223B514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1816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AE5BEE-CAF7-46EE-A9A1-0F7ACA1D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79233F-656B-46CC-A422-C62786E8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4102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AB9874-ED6D-4C3C-A0CB-C65931F0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46CE6D-725F-4867-8A32-A42ED9EE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6388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76A43E-E76A-463D-8438-49A545D8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216B17-3D3B-4AC7-8F02-9D925FB4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8674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E4DD17-BFC4-4B44-B62D-02425917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CDF199-FC88-49BC-99C2-21EE7B31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960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B76254-EC3A-4098-9FFF-AB749CC2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4496FF-34D8-4525-A70B-9203B1E8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324600" y="11858625"/>
            <a:ext cx="228600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E63E04B-74E3-468D-8A17-DB2D8952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"/>
            <a:ext cx="5257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My OPIC Trainer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7A3127D-7F98-43E9-8A3D-D8242764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303613-2AB6-4B7A-8E41-AA98C4D3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1875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문장 확인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2D6257-EC63-4664-845D-752F382E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3531E3-737E-4618-BF56-F37A4836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544830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28575">
            <a:solidFill>
              <a:srgbClr val="39172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7C06A7C-F6CB-4A18-A8EC-08206129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49149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Describe a café you like.</a:t>
            </a:r>
          </a:p>
          <a:p xmlns:a="http://schemas.openxmlformats.org/drawingml/2006/main">
            <a:pPr algn="ctr">
              <a:def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What does it look like, and</a:t>
            </a:r>
          </a:p>
          <a:p xmlns:a="http://schemas.openxmlformats.org/drawingml/2006/main">
            <a:pPr algn="ctr">
              <a:def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what do you enjoy about</a:t>
            </a:r>
          </a:p>
          <a:p xmlns:a="http://schemas.openxmlformats.org/drawingml/2006/main">
            <a:pPr algn="ctr">
              <a:def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its atmosphere?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4C02EE3-6D2A-4411-8B19-B00DFB77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506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5E57487-3C49-4320-8AC3-0CD4ABE4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1722"/>
          </a:solidFill>
          <a:ln xmlns:a="http://schemas.openxmlformats.org/drawingml/2006/main" w="19050">
            <a:solidFill>
              <a:srgbClr val="39172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27797AA-7935-430F-8719-1C84BC60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43550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D9D53D3-EBA9-4F01-BF48-83767845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3950" y="5476875"/>
            <a:ext cx="266700" cy="3619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BEB2947-0A1B-4253-B437-748F94A9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38775"/>
            <a:ext cx="438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>
                <a:solidFill>
                  <a:srgbClr val="FFF5F7"/>
                </a:solidFill>
                <a:latin typeface="Courier New"/>
                <a:ea typeface="Courier New"/>
                <a:cs typeface="Courier New"/>
              </a:rPr>
              <a:t>)))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A4D8101-790B-4733-B60B-751E4D94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33400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defPPr>
            <a:lvl1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1pPr>
            <a:lvl2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2pPr>
            <a:lvl3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3pPr>
            <a:lvl4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4pPr>
            <a:lvl5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5pPr>
            <a:lvl6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6pPr>
            <a:lvl7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7pPr>
            <a:lvl8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8pPr>
            <a:lvl9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pPr>
            <a:r>
              <a:rPr sz="1800" b="1">
                <a:solidFill>
                  <a:srgbClr val="FFF5F7"/>
                </a:solidFill>
                <a:latin typeface="Gulim"/>
                <a:ea typeface="Gulim"/>
                <a:cs typeface="Gulim"/>
              </a:rPr>
              <a:t>질문 듣기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6F97AA-48E4-4570-A94F-34D5D148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578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3B8C229-0C72-422B-B2F2-3D69A7F8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505450"/>
            <a:ext cx="295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47B56B3-2BEA-4428-82DF-E1177AE9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6197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E2CBCCF-FB58-4D33-AE45-81648C40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705475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95C88DB-A704-480E-B80F-4ADC69FB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7912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DD0C128-D60B-487F-9240-656701D2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340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1800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문장 확인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20184EF-FEF8-4700-B6A7-3D9B6353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961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AAEBD3C-E25F-4DC6-B9E9-5109DD20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105650"/>
            <a:ext cx="381000" cy="38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3B9D7BA-0D45-494C-A8A3-07333F0B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191375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8D5F296-5074-4A05-B528-0FFE49FD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305675"/>
            <a:ext cx="85725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F5A5CCE-98E2-4A5D-B470-8C64CBEB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0485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1800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말하기 타이머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4E539C7-5C8C-4FA2-914B-CE65BC90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620000"/>
            <a:ext cx="487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7F9252A-510F-481D-BE84-0804AB87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65810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00:00 / 02:00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387AF64-6A53-43A9-991E-8BC87BC8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629650"/>
            <a:ext cx="487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1722"/>
          </a:solidFill>
          <a:ln xmlns:a="http://schemas.openxmlformats.org/drawingml/2006/main" w="19050">
            <a:solidFill>
              <a:srgbClr val="39172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B3B45BA-35AA-40C7-B086-1D051BE6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8829675"/>
            <a:ext cx="171450" cy="3238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5F7"/>
          </a:solidFill>
          <a:ln xmlns:a="http://schemas.openxmlformats.org/drawingml/2006/main" w="9525">
            <a:solidFill>
              <a:srgbClr val="FFF5F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BE8E24-B736-4248-BCAA-6E69BD84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902017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5F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5B1C274-AD35-42E3-B99C-B5926483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902017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5F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BD5449E-F991-452E-B6C3-1D00BBD4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90582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5F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0823BCE-AA82-474B-82C8-34BC0C90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0678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5F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995D21C-74F0-4DAC-B08B-72A1A285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92297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5F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EBD6968-59AD-4159-9EA5-0B1736F6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686800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defPPr>
            <a:lvl1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1pPr>
            <a:lvl2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2pPr>
            <a:lvl3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3pPr>
            <a:lvl4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4pPr>
            <a:lvl5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5pPr>
            <a:lvl6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6pPr>
            <a:lvl7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7pPr>
            <a:lvl8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8pPr>
            <a:lvl9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pPr>
            <a:r>
              <a:rPr sz="2175" b="1">
                <a:solidFill>
                  <a:srgbClr val="FFF5F7"/>
                </a:solidFill>
                <a:latin typeface="Gulim"/>
                <a:ea typeface="Gulim"/>
                <a:cs typeface="Gulim"/>
              </a:rPr>
              <a:t>연습 시작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C9CFBA-7EF1-4E60-A75F-3472239A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8E1652C-0F58-4610-B619-2282C659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0"/>
            <a:ext cx="2133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A0FBC1A-6019-40F9-A8BB-5836707E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44100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2700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↻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AF82A80-3967-4C14-B557-6E27C8D3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944100"/>
            <a:ext cx="137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1650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초기화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EB9FED2-C745-4515-8F62-4D6BE9BA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9906000"/>
            <a:ext cx="2133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19050">
            <a:solidFill>
              <a:srgbClr val="170E1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526D9B1-550E-4D3B-BCB9-BFAE9CAE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905250" y="10115550"/>
            <a:ext cx="285750" cy="2952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0E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0BB40BB-7154-4461-B71A-B1098D5B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94410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1650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예시 듣기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509060E-D486-45BA-BBCD-8679000E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8585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9AF661C-24A9-49D3-884C-02F0B908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9537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391722"/>
                </a:solidFill>
                <a:latin typeface="Courier New"/>
                <a:ea typeface="Courier New"/>
                <a:cs typeface="Courier New"/>
              </a:rPr>
              <a:t>02  /  SPEAK</a:t>
            </a:r>
          </a:p>
        </p:txBody>
      </p:sp>
    </p:spTree>
    <p:extLst>
      <p:ext uri="{BB962C8B-B14F-4D97-AF65-F5344CB8AC3E}">
        <p14:creationId xmlns:p14="http://schemas.microsoft.com/office/powerpoint/2010/main" val="14318024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2026-10-22T05:40:49.2810000Z</dcterms:created>
  <dcterms:modified xsi:type="dcterms:W3CDTF">2026-10-22T05:40:49.2820000Z</dcterms:modified>
</coreProperties>
</file>